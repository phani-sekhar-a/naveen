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80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8FCBAF-CC9B-4611-9F91-225B315266F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DD5F31-4C78-4076-87BD-78EA92959886}">
      <dgm:prSet/>
      <dgm:spPr/>
      <dgm:t>
        <a:bodyPr/>
        <a:lstStyle/>
        <a:p>
          <a:r>
            <a:rPr lang="en-US"/>
            <a:t>users:</a:t>
          </a:r>
        </a:p>
      </dgm:t>
    </dgm:pt>
    <dgm:pt modelId="{EF08F4B3-D9DA-4289-AC1A-0C5DC230A448}" type="parTrans" cxnId="{343AEABD-BE23-41D9-9FFB-B899A2D9C28C}">
      <dgm:prSet/>
      <dgm:spPr/>
      <dgm:t>
        <a:bodyPr/>
        <a:lstStyle/>
        <a:p>
          <a:endParaRPr lang="en-US"/>
        </a:p>
      </dgm:t>
    </dgm:pt>
    <dgm:pt modelId="{1EA21756-A542-4AE6-A1FA-C718653CC7EC}" type="sibTrans" cxnId="{343AEABD-BE23-41D9-9FFB-B899A2D9C28C}">
      <dgm:prSet/>
      <dgm:spPr/>
      <dgm:t>
        <a:bodyPr/>
        <a:lstStyle/>
        <a:p>
          <a:endParaRPr lang="en-US"/>
        </a:p>
      </dgm:t>
    </dgm:pt>
    <dgm:pt modelId="{7AC6E0C0-C7B1-410F-BEB3-853DED1BDB51}">
      <dgm:prSet/>
      <dgm:spPr/>
      <dgm:t>
        <a:bodyPr/>
        <a:lstStyle/>
        <a:p>
          <a:r>
            <a:rPr lang="en-US"/>
            <a:t>• id, name, email, password, role, created_at</a:t>
          </a:r>
        </a:p>
      </dgm:t>
    </dgm:pt>
    <dgm:pt modelId="{6D7D26B3-D2A5-4033-BED9-29CA21507E7E}" type="parTrans" cxnId="{15227691-EEE0-4EA0-B50C-E973D700FA49}">
      <dgm:prSet/>
      <dgm:spPr/>
      <dgm:t>
        <a:bodyPr/>
        <a:lstStyle/>
        <a:p>
          <a:endParaRPr lang="en-US"/>
        </a:p>
      </dgm:t>
    </dgm:pt>
    <dgm:pt modelId="{AF10A521-6A77-440E-A279-9DAFABAF3FD1}" type="sibTrans" cxnId="{15227691-EEE0-4EA0-B50C-E973D700FA49}">
      <dgm:prSet/>
      <dgm:spPr/>
      <dgm:t>
        <a:bodyPr/>
        <a:lstStyle/>
        <a:p>
          <a:endParaRPr lang="en-US"/>
        </a:p>
      </dgm:t>
    </dgm:pt>
    <dgm:pt modelId="{14AFC530-198A-4075-B827-E7E35D93D445}">
      <dgm:prSet/>
      <dgm:spPr/>
      <dgm:t>
        <a:bodyPr/>
        <a:lstStyle/>
        <a:p>
          <a:r>
            <a:rPr lang="en-US"/>
            <a:t>applications:</a:t>
          </a:r>
        </a:p>
      </dgm:t>
    </dgm:pt>
    <dgm:pt modelId="{92ABDB17-D351-43BC-8E34-49AF8F0FDCE5}" type="parTrans" cxnId="{14DA95B5-561E-4DC3-BBB8-4E2F778B7A7D}">
      <dgm:prSet/>
      <dgm:spPr/>
      <dgm:t>
        <a:bodyPr/>
        <a:lstStyle/>
        <a:p>
          <a:endParaRPr lang="en-US"/>
        </a:p>
      </dgm:t>
    </dgm:pt>
    <dgm:pt modelId="{A9F5B725-86B2-4298-B041-35495188312E}" type="sibTrans" cxnId="{14DA95B5-561E-4DC3-BBB8-4E2F778B7A7D}">
      <dgm:prSet/>
      <dgm:spPr/>
      <dgm:t>
        <a:bodyPr/>
        <a:lstStyle/>
        <a:p>
          <a:endParaRPr lang="en-US"/>
        </a:p>
      </dgm:t>
    </dgm:pt>
    <dgm:pt modelId="{94297803-937B-47ED-9678-23B89EFE75E6}">
      <dgm:prSet/>
      <dgm:spPr/>
      <dgm:t>
        <a:bodyPr/>
        <a:lstStyle/>
        <a:p>
          <a:r>
            <a:rPr lang="en-US"/>
            <a:t>• id, student_id (FK), internship_title, internship_facility,</a:t>
          </a:r>
        </a:p>
      </dgm:t>
    </dgm:pt>
    <dgm:pt modelId="{0332E3D6-3CDB-486B-90DC-0474B3A832F7}" type="parTrans" cxnId="{382B6646-B51D-4840-A357-206F1B1F8B9B}">
      <dgm:prSet/>
      <dgm:spPr/>
      <dgm:t>
        <a:bodyPr/>
        <a:lstStyle/>
        <a:p>
          <a:endParaRPr lang="en-US"/>
        </a:p>
      </dgm:t>
    </dgm:pt>
    <dgm:pt modelId="{E1EC8EF3-B693-4577-819C-3F93E6819C9B}" type="sibTrans" cxnId="{382B6646-B51D-4840-A357-206F1B1F8B9B}">
      <dgm:prSet/>
      <dgm:spPr/>
      <dgm:t>
        <a:bodyPr/>
        <a:lstStyle/>
        <a:p>
          <a:endParaRPr lang="en-US"/>
        </a:p>
      </dgm:t>
    </dgm:pt>
    <dgm:pt modelId="{DFCFC909-B226-4476-BBBC-ECF5F572393A}">
      <dgm:prSet/>
      <dgm:spPr/>
      <dgm:t>
        <a:bodyPr/>
        <a:lstStyle/>
        <a:p>
          <a:r>
            <a:rPr lang="en-US"/>
            <a:t>resume_path, cover_letter, status, created_at, updated_at</a:t>
          </a:r>
        </a:p>
      </dgm:t>
    </dgm:pt>
    <dgm:pt modelId="{37348988-14B7-48B8-A312-F55F96B81CC3}" type="parTrans" cxnId="{E36AEE56-1510-4F28-B246-8F523E639243}">
      <dgm:prSet/>
      <dgm:spPr/>
      <dgm:t>
        <a:bodyPr/>
        <a:lstStyle/>
        <a:p>
          <a:endParaRPr lang="en-US"/>
        </a:p>
      </dgm:t>
    </dgm:pt>
    <dgm:pt modelId="{0C736ED2-A1CC-4F5C-8BCD-01F1CE40E4ED}" type="sibTrans" cxnId="{E36AEE56-1510-4F28-B246-8F523E639243}">
      <dgm:prSet/>
      <dgm:spPr/>
      <dgm:t>
        <a:bodyPr/>
        <a:lstStyle/>
        <a:p>
          <a:endParaRPr lang="en-US"/>
        </a:p>
      </dgm:t>
    </dgm:pt>
    <dgm:pt modelId="{59B447FF-9863-4118-A20C-4CE5544E1E06}" type="pres">
      <dgm:prSet presAssocID="{8B8FCBAF-CC9B-4611-9F91-225B315266FE}" presName="vert0" presStyleCnt="0">
        <dgm:presLayoutVars>
          <dgm:dir/>
          <dgm:animOne val="branch"/>
          <dgm:animLvl val="lvl"/>
        </dgm:presLayoutVars>
      </dgm:prSet>
      <dgm:spPr/>
    </dgm:pt>
    <dgm:pt modelId="{2AFD7EE5-1575-4177-8B7B-4B1B52009D5D}" type="pres">
      <dgm:prSet presAssocID="{B9DD5F31-4C78-4076-87BD-78EA92959886}" presName="thickLine" presStyleLbl="alignNode1" presStyleIdx="0" presStyleCnt="5"/>
      <dgm:spPr/>
    </dgm:pt>
    <dgm:pt modelId="{31D79062-3373-43E5-8C7B-E5E3A1F0CF06}" type="pres">
      <dgm:prSet presAssocID="{B9DD5F31-4C78-4076-87BD-78EA92959886}" presName="horz1" presStyleCnt="0"/>
      <dgm:spPr/>
    </dgm:pt>
    <dgm:pt modelId="{E9B1440D-8401-433E-9D10-FB971E0847B4}" type="pres">
      <dgm:prSet presAssocID="{B9DD5F31-4C78-4076-87BD-78EA92959886}" presName="tx1" presStyleLbl="revTx" presStyleIdx="0" presStyleCnt="5"/>
      <dgm:spPr/>
    </dgm:pt>
    <dgm:pt modelId="{2FC16612-7392-4637-ACFA-E16F3FB1B6BB}" type="pres">
      <dgm:prSet presAssocID="{B9DD5F31-4C78-4076-87BD-78EA92959886}" presName="vert1" presStyleCnt="0"/>
      <dgm:spPr/>
    </dgm:pt>
    <dgm:pt modelId="{E33B76C3-4761-4E02-B298-66BF8C52031C}" type="pres">
      <dgm:prSet presAssocID="{7AC6E0C0-C7B1-410F-BEB3-853DED1BDB51}" presName="thickLine" presStyleLbl="alignNode1" presStyleIdx="1" presStyleCnt="5"/>
      <dgm:spPr/>
    </dgm:pt>
    <dgm:pt modelId="{A1F6454E-47C5-4810-96CD-3F33B3A7EEE3}" type="pres">
      <dgm:prSet presAssocID="{7AC6E0C0-C7B1-410F-BEB3-853DED1BDB51}" presName="horz1" presStyleCnt="0"/>
      <dgm:spPr/>
    </dgm:pt>
    <dgm:pt modelId="{E204DC84-E60A-4A64-B2D7-A91DBDACD88B}" type="pres">
      <dgm:prSet presAssocID="{7AC6E0C0-C7B1-410F-BEB3-853DED1BDB51}" presName="tx1" presStyleLbl="revTx" presStyleIdx="1" presStyleCnt="5"/>
      <dgm:spPr/>
    </dgm:pt>
    <dgm:pt modelId="{4768E73E-AAEB-4D6C-9B2F-1E1348C963B1}" type="pres">
      <dgm:prSet presAssocID="{7AC6E0C0-C7B1-410F-BEB3-853DED1BDB51}" presName="vert1" presStyleCnt="0"/>
      <dgm:spPr/>
    </dgm:pt>
    <dgm:pt modelId="{6F45D71A-CDF5-47FD-8719-30D3D6AFDA19}" type="pres">
      <dgm:prSet presAssocID="{14AFC530-198A-4075-B827-E7E35D93D445}" presName="thickLine" presStyleLbl="alignNode1" presStyleIdx="2" presStyleCnt="5"/>
      <dgm:spPr/>
    </dgm:pt>
    <dgm:pt modelId="{2FA58936-AD70-4E8E-A137-1FF8A703B8D8}" type="pres">
      <dgm:prSet presAssocID="{14AFC530-198A-4075-B827-E7E35D93D445}" presName="horz1" presStyleCnt="0"/>
      <dgm:spPr/>
    </dgm:pt>
    <dgm:pt modelId="{58D5D7EA-C03C-4956-9A44-D922CD4A7D41}" type="pres">
      <dgm:prSet presAssocID="{14AFC530-198A-4075-B827-E7E35D93D445}" presName="tx1" presStyleLbl="revTx" presStyleIdx="2" presStyleCnt="5"/>
      <dgm:spPr/>
    </dgm:pt>
    <dgm:pt modelId="{6005FC88-9DFF-45D5-A32D-DB031FA53AF8}" type="pres">
      <dgm:prSet presAssocID="{14AFC530-198A-4075-B827-E7E35D93D445}" presName="vert1" presStyleCnt="0"/>
      <dgm:spPr/>
    </dgm:pt>
    <dgm:pt modelId="{F43F7C9D-9180-45D8-97F8-91790F9E123F}" type="pres">
      <dgm:prSet presAssocID="{94297803-937B-47ED-9678-23B89EFE75E6}" presName="thickLine" presStyleLbl="alignNode1" presStyleIdx="3" presStyleCnt="5"/>
      <dgm:spPr/>
    </dgm:pt>
    <dgm:pt modelId="{F9E4C7A7-8FF0-4506-B14F-D2E7A7146DBC}" type="pres">
      <dgm:prSet presAssocID="{94297803-937B-47ED-9678-23B89EFE75E6}" presName="horz1" presStyleCnt="0"/>
      <dgm:spPr/>
    </dgm:pt>
    <dgm:pt modelId="{2D74BA2F-FEF2-4A4E-BB05-4B76B758651F}" type="pres">
      <dgm:prSet presAssocID="{94297803-937B-47ED-9678-23B89EFE75E6}" presName="tx1" presStyleLbl="revTx" presStyleIdx="3" presStyleCnt="5"/>
      <dgm:spPr/>
    </dgm:pt>
    <dgm:pt modelId="{B3D074B8-FF46-4AE3-82AE-FED2C1D5FF41}" type="pres">
      <dgm:prSet presAssocID="{94297803-937B-47ED-9678-23B89EFE75E6}" presName="vert1" presStyleCnt="0"/>
      <dgm:spPr/>
    </dgm:pt>
    <dgm:pt modelId="{A9A48231-5E22-4E41-90E2-FA19DA754B72}" type="pres">
      <dgm:prSet presAssocID="{DFCFC909-B226-4476-BBBC-ECF5F572393A}" presName="thickLine" presStyleLbl="alignNode1" presStyleIdx="4" presStyleCnt="5"/>
      <dgm:spPr/>
    </dgm:pt>
    <dgm:pt modelId="{7A11E1B9-E244-445C-BA1D-0E2E8173373A}" type="pres">
      <dgm:prSet presAssocID="{DFCFC909-B226-4476-BBBC-ECF5F572393A}" presName="horz1" presStyleCnt="0"/>
      <dgm:spPr/>
    </dgm:pt>
    <dgm:pt modelId="{AB3DE1B5-6DA8-4541-9318-0AE5B5BDAE00}" type="pres">
      <dgm:prSet presAssocID="{DFCFC909-B226-4476-BBBC-ECF5F572393A}" presName="tx1" presStyleLbl="revTx" presStyleIdx="4" presStyleCnt="5"/>
      <dgm:spPr/>
    </dgm:pt>
    <dgm:pt modelId="{36218317-8FD8-4E05-887D-1D35B8FBAEC5}" type="pres">
      <dgm:prSet presAssocID="{DFCFC909-B226-4476-BBBC-ECF5F572393A}" presName="vert1" presStyleCnt="0"/>
      <dgm:spPr/>
    </dgm:pt>
  </dgm:ptLst>
  <dgm:cxnLst>
    <dgm:cxn modelId="{382B6646-B51D-4840-A357-206F1B1F8B9B}" srcId="{8B8FCBAF-CC9B-4611-9F91-225B315266FE}" destId="{94297803-937B-47ED-9678-23B89EFE75E6}" srcOrd="3" destOrd="0" parTransId="{0332E3D6-3CDB-486B-90DC-0474B3A832F7}" sibTransId="{E1EC8EF3-B693-4577-819C-3F93E6819C9B}"/>
    <dgm:cxn modelId="{8A688647-D398-4416-B218-648B60D3C29F}" type="presOf" srcId="{DFCFC909-B226-4476-BBBC-ECF5F572393A}" destId="{AB3DE1B5-6DA8-4541-9318-0AE5B5BDAE00}" srcOrd="0" destOrd="0" presId="urn:microsoft.com/office/officeart/2008/layout/LinedList"/>
    <dgm:cxn modelId="{3892084C-A45B-4B90-9F83-8A8DE3EB0417}" type="presOf" srcId="{94297803-937B-47ED-9678-23B89EFE75E6}" destId="{2D74BA2F-FEF2-4A4E-BB05-4B76B758651F}" srcOrd="0" destOrd="0" presId="urn:microsoft.com/office/officeart/2008/layout/LinedList"/>
    <dgm:cxn modelId="{E36AEE56-1510-4F28-B246-8F523E639243}" srcId="{8B8FCBAF-CC9B-4611-9F91-225B315266FE}" destId="{DFCFC909-B226-4476-BBBC-ECF5F572393A}" srcOrd="4" destOrd="0" parTransId="{37348988-14B7-48B8-A312-F55F96B81CC3}" sibTransId="{0C736ED2-A1CC-4F5C-8BCD-01F1CE40E4ED}"/>
    <dgm:cxn modelId="{15227691-EEE0-4EA0-B50C-E973D700FA49}" srcId="{8B8FCBAF-CC9B-4611-9F91-225B315266FE}" destId="{7AC6E0C0-C7B1-410F-BEB3-853DED1BDB51}" srcOrd="1" destOrd="0" parTransId="{6D7D26B3-D2A5-4033-BED9-29CA21507E7E}" sibTransId="{AF10A521-6A77-440E-A279-9DAFABAF3FD1}"/>
    <dgm:cxn modelId="{02B8899B-C4A6-43A7-A35E-523C2953D2B6}" type="presOf" srcId="{B9DD5F31-4C78-4076-87BD-78EA92959886}" destId="{E9B1440D-8401-433E-9D10-FB971E0847B4}" srcOrd="0" destOrd="0" presId="urn:microsoft.com/office/officeart/2008/layout/LinedList"/>
    <dgm:cxn modelId="{14DA95B5-561E-4DC3-BBB8-4E2F778B7A7D}" srcId="{8B8FCBAF-CC9B-4611-9F91-225B315266FE}" destId="{14AFC530-198A-4075-B827-E7E35D93D445}" srcOrd="2" destOrd="0" parTransId="{92ABDB17-D351-43BC-8E34-49AF8F0FDCE5}" sibTransId="{A9F5B725-86B2-4298-B041-35495188312E}"/>
    <dgm:cxn modelId="{343AEABD-BE23-41D9-9FFB-B899A2D9C28C}" srcId="{8B8FCBAF-CC9B-4611-9F91-225B315266FE}" destId="{B9DD5F31-4C78-4076-87BD-78EA92959886}" srcOrd="0" destOrd="0" parTransId="{EF08F4B3-D9DA-4289-AC1A-0C5DC230A448}" sibTransId="{1EA21756-A542-4AE6-A1FA-C718653CC7EC}"/>
    <dgm:cxn modelId="{BB83A5C3-2898-4F2E-A472-3C9E0C671078}" type="presOf" srcId="{7AC6E0C0-C7B1-410F-BEB3-853DED1BDB51}" destId="{E204DC84-E60A-4A64-B2D7-A91DBDACD88B}" srcOrd="0" destOrd="0" presId="urn:microsoft.com/office/officeart/2008/layout/LinedList"/>
    <dgm:cxn modelId="{AA3945CB-7327-4852-AAB5-A8FE3B6F2808}" type="presOf" srcId="{8B8FCBAF-CC9B-4611-9F91-225B315266FE}" destId="{59B447FF-9863-4118-A20C-4CE5544E1E06}" srcOrd="0" destOrd="0" presId="urn:microsoft.com/office/officeart/2008/layout/LinedList"/>
    <dgm:cxn modelId="{05973ADC-B5E1-48C8-97E9-884A4C8D5589}" type="presOf" srcId="{14AFC530-198A-4075-B827-E7E35D93D445}" destId="{58D5D7EA-C03C-4956-9A44-D922CD4A7D41}" srcOrd="0" destOrd="0" presId="urn:microsoft.com/office/officeart/2008/layout/LinedList"/>
    <dgm:cxn modelId="{923BBB39-E722-4638-9707-78E94F26720B}" type="presParOf" srcId="{59B447FF-9863-4118-A20C-4CE5544E1E06}" destId="{2AFD7EE5-1575-4177-8B7B-4B1B52009D5D}" srcOrd="0" destOrd="0" presId="urn:microsoft.com/office/officeart/2008/layout/LinedList"/>
    <dgm:cxn modelId="{617C4B37-FCF6-4A1C-AAEE-B8AF7A62524A}" type="presParOf" srcId="{59B447FF-9863-4118-A20C-4CE5544E1E06}" destId="{31D79062-3373-43E5-8C7B-E5E3A1F0CF06}" srcOrd="1" destOrd="0" presId="urn:microsoft.com/office/officeart/2008/layout/LinedList"/>
    <dgm:cxn modelId="{B6C99A25-F085-4D7F-8C65-7666FF0BA0B2}" type="presParOf" srcId="{31D79062-3373-43E5-8C7B-E5E3A1F0CF06}" destId="{E9B1440D-8401-433E-9D10-FB971E0847B4}" srcOrd="0" destOrd="0" presId="urn:microsoft.com/office/officeart/2008/layout/LinedList"/>
    <dgm:cxn modelId="{B2D41BC1-E346-4244-A53C-6D40D2C16B00}" type="presParOf" srcId="{31D79062-3373-43E5-8C7B-E5E3A1F0CF06}" destId="{2FC16612-7392-4637-ACFA-E16F3FB1B6BB}" srcOrd="1" destOrd="0" presId="urn:microsoft.com/office/officeart/2008/layout/LinedList"/>
    <dgm:cxn modelId="{939531BD-EB7C-41C1-937C-A69E41038C05}" type="presParOf" srcId="{59B447FF-9863-4118-A20C-4CE5544E1E06}" destId="{E33B76C3-4761-4E02-B298-66BF8C52031C}" srcOrd="2" destOrd="0" presId="urn:microsoft.com/office/officeart/2008/layout/LinedList"/>
    <dgm:cxn modelId="{43FB7C12-E9F0-424F-A391-5A39267892AF}" type="presParOf" srcId="{59B447FF-9863-4118-A20C-4CE5544E1E06}" destId="{A1F6454E-47C5-4810-96CD-3F33B3A7EEE3}" srcOrd="3" destOrd="0" presId="urn:microsoft.com/office/officeart/2008/layout/LinedList"/>
    <dgm:cxn modelId="{244B7018-776B-4ABF-ADA0-414F63506C6B}" type="presParOf" srcId="{A1F6454E-47C5-4810-96CD-3F33B3A7EEE3}" destId="{E204DC84-E60A-4A64-B2D7-A91DBDACD88B}" srcOrd="0" destOrd="0" presId="urn:microsoft.com/office/officeart/2008/layout/LinedList"/>
    <dgm:cxn modelId="{7B8D0005-450F-462E-B24B-1DA705FC515C}" type="presParOf" srcId="{A1F6454E-47C5-4810-96CD-3F33B3A7EEE3}" destId="{4768E73E-AAEB-4D6C-9B2F-1E1348C963B1}" srcOrd="1" destOrd="0" presId="urn:microsoft.com/office/officeart/2008/layout/LinedList"/>
    <dgm:cxn modelId="{38F16953-6FEC-4A7C-848E-61AA5D84B194}" type="presParOf" srcId="{59B447FF-9863-4118-A20C-4CE5544E1E06}" destId="{6F45D71A-CDF5-47FD-8719-30D3D6AFDA19}" srcOrd="4" destOrd="0" presId="urn:microsoft.com/office/officeart/2008/layout/LinedList"/>
    <dgm:cxn modelId="{C456E06A-7796-4461-8CC8-3A1AB5A21B18}" type="presParOf" srcId="{59B447FF-9863-4118-A20C-4CE5544E1E06}" destId="{2FA58936-AD70-4E8E-A137-1FF8A703B8D8}" srcOrd="5" destOrd="0" presId="urn:microsoft.com/office/officeart/2008/layout/LinedList"/>
    <dgm:cxn modelId="{F3C35C04-76E1-49F9-9097-51F298F97A90}" type="presParOf" srcId="{2FA58936-AD70-4E8E-A137-1FF8A703B8D8}" destId="{58D5D7EA-C03C-4956-9A44-D922CD4A7D41}" srcOrd="0" destOrd="0" presId="urn:microsoft.com/office/officeart/2008/layout/LinedList"/>
    <dgm:cxn modelId="{69D12399-C94C-4C3C-B4B0-F10324DA25D8}" type="presParOf" srcId="{2FA58936-AD70-4E8E-A137-1FF8A703B8D8}" destId="{6005FC88-9DFF-45D5-A32D-DB031FA53AF8}" srcOrd="1" destOrd="0" presId="urn:microsoft.com/office/officeart/2008/layout/LinedList"/>
    <dgm:cxn modelId="{65FFFE0E-1A96-4E99-BC01-0F862C1AA17D}" type="presParOf" srcId="{59B447FF-9863-4118-A20C-4CE5544E1E06}" destId="{F43F7C9D-9180-45D8-97F8-91790F9E123F}" srcOrd="6" destOrd="0" presId="urn:microsoft.com/office/officeart/2008/layout/LinedList"/>
    <dgm:cxn modelId="{8C036F17-D6C0-4C8F-8A43-49529963C445}" type="presParOf" srcId="{59B447FF-9863-4118-A20C-4CE5544E1E06}" destId="{F9E4C7A7-8FF0-4506-B14F-D2E7A7146DBC}" srcOrd="7" destOrd="0" presId="urn:microsoft.com/office/officeart/2008/layout/LinedList"/>
    <dgm:cxn modelId="{C603840D-6E36-42C0-AF60-AF6AA9AB48AC}" type="presParOf" srcId="{F9E4C7A7-8FF0-4506-B14F-D2E7A7146DBC}" destId="{2D74BA2F-FEF2-4A4E-BB05-4B76B758651F}" srcOrd="0" destOrd="0" presId="urn:microsoft.com/office/officeart/2008/layout/LinedList"/>
    <dgm:cxn modelId="{486E90E7-A187-403F-ACDA-A9B47CD1351F}" type="presParOf" srcId="{F9E4C7A7-8FF0-4506-B14F-D2E7A7146DBC}" destId="{B3D074B8-FF46-4AE3-82AE-FED2C1D5FF41}" srcOrd="1" destOrd="0" presId="urn:microsoft.com/office/officeart/2008/layout/LinedList"/>
    <dgm:cxn modelId="{C2DFBFE2-20CB-4432-9D85-F2E5DF2C66C8}" type="presParOf" srcId="{59B447FF-9863-4118-A20C-4CE5544E1E06}" destId="{A9A48231-5E22-4E41-90E2-FA19DA754B72}" srcOrd="8" destOrd="0" presId="urn:microsoft.com/office/officeart/2008/layout/LinedList"/>
    <dgm:cxn modelId="{030D6581-7E3C-4A2F-A86C-886750EAC1BE}" type="presParOf" srcId="{59B447FF-9863-4118-A20C-4CE5544E1E06}" destId="{7A11E1B9-E244-445C-BA1D-0E2E8173373A}" srcOrd="9" destOrd="0" presId="urn:microsoft.com/office/officeart/2008/layout/LinedList"/>
    <dgm:cxn modelId="{0D54C2A9-7DBF-4CE0-9E89-E2BB77102B3A}" type="presParOf" srcId="{7A11E1B9-E244-445C-BA1D-0E2E8173373A}" destId="{AB3DE1B5-6DA8-4541-9318-0AE5B5BDAE00}" srcOrd="0" destOrd="0" presId="urn:microsoft.com/office/officeart/2008/layout/LinedList"/>
    <dgm:cxn modelId="{C69FE850-5977-496C-AA74-872CD1B4D4CF}" type="presParOf" srcId="{7A11E1B9-E244-445C-BA1D-0E2E8173373A}" destId="{36218317-8FD8-4E05-887D-1D35B8FBAE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660924-09BC-40EE-8122-8EA8242E8170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20962A-7EAE-46D0-9BA0-8B9386EF23AA}">
      <dgm:prSet/>
      <dgm:spPr/>
      <dgm:t>
        <a:bodyPr/>
        <a:lstStyle/>
        <a:p>
          <a:r>
            <a:rPr lang="en-US"/>
            <a:t>Validate</a:t>
          </a:r>
        </a:p>
      </dgm:t>
    </dgm:pt>
    <dgm:pt modelId="{6A90C5F9-AE62-4334-9D63-18CE7DF78B97}" type="parTrans" cxnId="{80467E17-B71C-4541-BAEB-77B28F2B0355}">
      <dgm:prSet/>
      <dgm:spPr/>
      <dgm:t>
        <a:bodyPr/>
        <a:lstStyle/>
        <a:p>
          <a:endParaRPr lang="en-US"/>
        </a:p>
      </dgm:t>
    </dgm:pt>
    <dgm:pt modelId="{3D2F770E-6E89-496E-94DC-BB05AE696D98}" type="sibTrans" cxnId="{80467E17-B71C-4541-BAEB-77B28F2B0355}">
      <dgm:prSet/>
      <dgm:spPr/>
      <dgm:t>
        <a:bodyPr/>
        <a:lstStyle/>
        <a:p>
          <a:endParaRPr lang="en-US"/>
        </a:p>
      </dgm:t>
    </dgm:pt>
    <dgm:pt modelId="{7BD2E9FD-15BD-4184-B2F0-61F4634A6B89}">
      <dgm:prSet/>
      <dgm:spPr/>
      <dgm:t>
        <a:bodyPr/>
        <a:lstStyle/>
        <a:p>
          <a:r>
            <a:rPr lang="en-US"/>
            <a:t>Validate input fields</a:t>
          </a:r>
        </a:p>
      </dgm:t>
    </dgm:pt>
    <dgm:pt modelId="{68D0A069-61A3-4F3E-B615-765FFC34B2F5}" type="parTrans" cxnId="{0587178E-F7CE-4037-AA1C-3646538F9DD5}">
      <dgm:prSet/>
      <dgm:spPr/>
      <dgm:t>
        <a:bodyPr/>
        <a:lstStyle/>
        <a:p>
          <a:endParaRPr lang="en-US"/>
        </a:p>
      </dgm:t>
    </dgm:pt>
    <dgm:pt modelId="{643BB671-A332-4809-88BD-5E3F39B0CE54}" type="sibTrans" cxnId="{0587178E-F7CE-4037-AA1C-3646538F9DD5}">
      <dgm:prSet/>
      <dgm:spPr/>
      <dgm:t>
        <a:bodyPr/>
        <a:lstStyle/>
        <a:p>
          <a:endParaRPr lang="en-US"/>
        </a:p>
      </dgm:t>
    </dgm:pt>
    <dgm:pt modelId="{ADE64DC9-6C41-43F9-9B90-1EC17FD2D427}">
      <dgm:prSet/>
      <dgm:spPr/>
      <dgm:t>
        <a:bodyPr/>
        <a:lstStyle/>
        <a:p>
          <a:r>
            <a:rPr lang="en-US"/>
            <a:t>Validate</a:t>
          </a:r>
        </a:p>
      </dgm:t>
    </dgm:pt>
    <dgm:pt modelId="{276F4C6A-45B4-4F7C-BDA1-E344EC319003}" type="parTrans" cxnId="{D6302711-08ED-4213-8751-6454BC617EEA}">
      <dgm:prSet/>
      <dgm:spPr/>
      <dgm:t>
        <a:bodyPr/>
        <a:lstStyle/>
        <a:p>
          <a:endParaRPr lang="en-US"/>
        </a:p>
      </dgm:t>
    </dgm:pt>
    <dgm:pt modelId="{3DD4DE1C-85AE-4CC6-9396-AD7724267A74}" type="sibTrans" cxnId="{D6302711-08ED-4213-8751-6454BC617EEA}">
      <dgm:prSet/>
      <dgm:spPr/>
      <dgm:t>
        <a:bodyPr/>
        <a:lstStyle/>
        <a:p>
          <a:endParaRPr lang="en-US"/>
        </a:p>
      </dgm:t>
    </dgm:pt>
    <dgm:pt modelId="{38A7FCBA-0B2C-41F9-8ABF-22E95417CA92}">
      <dgm:prSet/>
      <dgm:spPr/>
      <dgm:t>
        <a:bodyPr/>
        <a:lstStyle/>
        <a:p>
          <a:r>
            <a:rPr lang="en-US"/>
            <a:t>Validate file type + size</a:t>
          </a:r>
        </a:p>
      </dgm:t>
    </dgm:pt>
    <dgm:pt modelId="{8C3C0873-362C-4634-BF4A-DCE6632F59C7}" type="parTrans" cxnId="{9576135C-F048-440B-8FE5-F0B16067EF49}">
      <dgm:prSet/>
      <dgm:spPr/>
      <dgm:t>
        <a:bodyPr/>
        <a:lstStyle/>
        <a:p>
          <a:endParaRPr lang="en-US"/>
        </a:p>
      </dgm:t>
    </dgm:pt>
    <dgm:pt modelId="{E97E2BF3-9BC6-42F9-9D52-0D55354DCED5}" type="sibTrans" cxnId="{9576135C-F048-440B-8FE5-F0B16067EF49}">
      <dgm:prSet/>
      <dgm:spPr/>
      <dgm:t>
        <a:bodyPr/>
        <a:lstStyle/>
        <a:p>
          <a:endParaRPr lang="en-US"/>
        </a:p>
      </dgm:t>
    </dgm:pt>
    <dgm:pt modelId="{7B54C082-3598-45F1-8F18-4FDAAA99DC6F}">
      <dgm:prSet/>
      <dgm:spPr/>
      <dgm:t>
        <a:bodyPr/>
        <a:lstStyle/>
        <a:p>
          <a:r>
            <a:rPr lang="en-US"/>
            <a:t>Upload</a:t>
          </a:r>
        </a:p>
      </dgm:t>
    </dgm:pt>
    <dgm:pt modelId="{726C314D-D577-468D-B73C-B7BEC99EA831}" type="parTrans" cxnId="{45D5BCDD-384E-4DC8-8564-853F9D87306B}">
      <dgm:prSet/>
      <dgm:spPr/>
      <dgm:t>
        <a:bodyPr/>
        <a:lstStyle/>
        <a:p>
          <a:endParaRPr lang="en-US"/>
        </a:p>
      </dgm:t>
    </dgm:pt>
    <dgm:pt modelId="{6D218947-43CD-4508-803C-FC0FE03F8916}" type="sibTrans" cxnId="{45D5BCDD-384E-4DC8-8564-853F9D87306B}">
      <dgm:prSet/>
      <dgm:spPr/>
      <dgm:t>
        <a:bodyPr/>
        <a:lstStyle/>
        <a:p>
          <a:endParaRPr lang="en-US"/>
        </a:p>
      </dgm:t>
    </dgm:pt>
    <dgm:pt modelId="{8DAF5476-F0B1-4337-BCA5-14314540C9EE}">
      <dgm:prSet/>
      <dgm:spPr/>
      <dgm:t>
        <a:bodyPr/>
        <a:lstStyle/>
        <a:p>
          <a:r>
            <a:rPr lang="en-US"/>
            <a:t>Upload resume to server</a:t>
          </a:r>
        </a:p>
      </dgm:t>
    </dgm:pt>
    <dgm:pt modelId="{8B8BD021-30D7-4EB4-9107-F9A81F784267}" type="parTrans" cxnId="{4A2BD53A-1810-4972-98F8-96D8BE101EB4}">
      <dgm:prSet/>
      <dgm:spPr/>
      <dgm:t>
        <a:bodyPr/>
        <a:lstStyle/>
        <a:p>
          <a:endParaRPr lang="en-US"/>
        </a:p>
      </dgm:t>
    </dgm:pt>
    <dgm:pt modelId="{651F9BEC-97A8-4480-AE35-828829A9BF74}" type="sibTrans" cxnId="{4A2BD53A-1810-4972-98F8-96D8BE101EB4}">
      <dgm:prSet/>
      <dgm:spPr/>
      <dgm:t>
        <a:bodyPr/>
        <a:lstStyle/>
        <a:p>
          <a:endParaRPr lang="en-US"/>
        </a:p>
      </dgm:t>
    </dgm:pt>
    <dgm:pt modelId="{BEAC0B92-9469-4205-9021-AEB8B8F2C16B}">
      <dgm:prSet/>
      <dgm:spPr/>
      <dgm:t>
        <a:bodyPr/>
        <a:lstStyle/>
        <a:p>
          <a:r>
            <a:rPr lang="en-US"/>
            <a:t>Extract</a:t>
          </a:r>
        </a:p>
      </dgm:t>
    </dgm:pt>
    <dgm:pt modelId="{B6D30FBC-18F4-472A-9F89-EF515271D1EF}" type="parTrans" cxnId="{5BFD45FE-AD42-4746-849D-5F12EFBE788F}">
      <dgm:prSet/>
      <dgm:spPr/>
      <dgm:t>
        <a:bodyPr/>
        <a:lstStyle/>
        <a:p>
          <a:endParaRPr lang="en-US"/>
        </a:p>
      </dgm:t>
    </dgm:pt>
    <dgm:pt modelId="{2BBAB0E6-2E95-4AC7-AB8A-0DEFE883EB4F}" type="sibTrans" cxnId="{5BFD45FE-AD42-4746-849D-5F12EFBE788F}">
      <dgm:prSet/>
      <dgm:spPr/>
      <dgm:t>
        <a:bodyPr/>
        <a:lstStyle/>
        <a:p>
          <a:endParaRPr lang="en-US"/>
        </a:p>
      </dgm:t>
    </dgm:pt>
    <dgm:pt modelId="{4FC288A8-60E1-4821-AA6D-46A400C24CAB}">
      <dgm:prSet/>
      <dgm:spPr/>
      <dgm:t>
        <a:bodyPr/>
        <a:lstStyle/>
        <a:p>
          <a:r>
            <a:rPr lang="en-US"/>
            <a:t>Extract internship info</a:t>
          </a:r>
        </a:p>
      </dgm:t>
    </dgm:pt>
    <dgm:pt modelId="{20CC2870-1CF4-4D76-BA05-3F80243E10B9}" type="parTrans" cxnId="{1B2AA264-0F04-4929-877C-D9C579DBB2F9}">
      <dgm:prSet/>
      <dgm:spPr/>
      <dgm:t>
        <a:bodyPr/>
        <a:lstStyle/>
        <a:p>
          <a:endParaRPr lang="en-US"/>
        </a:p>
      </dgm:t>
    </dgm:pt>
    <dgm:pt modelId="{1249238A-B9C1-4DAC-8D49-FB24FE3D5CCE}" type="sibTrans" cxnId="{1B2AA264-0F04-4929-877C-D9C579DBB2F9}">
      <dgm:prSet/>
      <dgm:spPr/>
      <dgm:t>
        <a:bodyPr/>
        <a:lstStyle/>
        <a:p>
          <a:endParaRPr lang="en-US"/>
        </a:p>
      </dgm:t>
    </dgm:pt>
    <dgm:pt modelId="{66498946-6933-4D9C-A338-0FDE8C194C1B}">
      <dgm:prSet/>
      <dgm:spPr/>
      <dgm:t>
        <a:bodyPr/>
        <a:lstStyle/>
        <a:p>
          <a:r>
            <a:rPr lang="en-US"/>
            <a:t>Insert</a:t>
          </a:r>
        </a:p>
      </dgm:t>
    </dgm:pt>
    <dgm:pt modelId="{2BFA37B5-E4B1-42DC-BC95-2E1651FDB9AD}" type="parTrans" cxnId="{FFC753F4-6F94-40CE-BA49-5BADF4606B17}">
      <dgm:prSet/>
      <dgm:spPr/>
      <dgm:t>
        <a:bodyPr/>
        <a:lstStyle/>
        <a:p>
          <a:endParaRPr lang="en-US"/>
        </a:p>
      </dgm:t>
    </dgm:pt>
    <dgm:pt modelId="{589EB888-4771-4061-95ED-A07DD96B53F6}" type="sibTrans" cxnId="{FFC753F4-6F94-40CE-BA49-5BADF4606B17}">
      <dgm:prSet/>
      <dgm:spPr/>
      <dgm:t>
        <a:bodyPr/>
        <a:lstStyle/>
        <a:p>
          <a:endParaRPr lang="en-US"/>
        </a:p>
      </dgm:t>
    </dgm:pt>
    <dgm:pt modelId="{07A548CB-3AC0-4733-ACA7-CA75CAB28DDC}">
      <dgm:prSet/>
      <dgm:spPr/>
      <dgm:t>
        <a:bodyPr/>
        <a:lstStyle/>
        <a:p>
          <a:r>
            <a:rPr lang="en-US"/>
            <a:t>Insert application using prepared statements</a:t>
          </a:r>
        </a:p>
      </dgm:t>
    </dgm:pt>
    <dgm:pt modelId="{4C37FA0C-DE29-4BC9-A7F6-90DC399838E8}" type="parTrans" cxnId="{8E18C311-0F02-41A2-AB34-B4DF2DEAC61C}">
      <dgm:prSet/>
      <dgm:spPr/>
      <dgm:t>
        <a:bodyPr/>
        <a:lstStyle/>
        <a:p>
          <a:endParaRPr lang="en-US"/>
        </a:p>
      </dgm:t>
    </dgm:pt>
    <dgm:pt modelId="{DD9BCD4D-4440-4531-86BA-94674AC33002}" type="sibTrans" cxnId="{8E18C311-0F02-41A2-AB34-B4DF2DEAC61C}">
      <dgm:prSet/>
      <dgm:spPr/>
      <dgm:t>
        <a:bodyPr/>
        <a:lstStyle/>
        <a:p>
          <a:endParaRPr lang="en-US"/>
        </a:p>
      </dgm:t>
    </dgm:pt>
    <dgm:pt modelId="{F1056FB3-06A4-483C-8495-7411C4305E26}">
      <dgm:prSet/>
      <dgm:spPr/>
      <dgm:t>
        <a:bodyPr/>
        <a:lstStyle/>
        <a:p>
          <a:r>
            <a:rPr lang="en-US"/>
            <a:t>Redirect</a:t>
          </a:r>
        </a:p>
      </dgm:t>
    </dgm:pt>
    <dgm:pt modelId="{C6EE3F85-35FD-4C2F-8CC8-2A3A59F03A68}" type="parTrans" cxnId="{6AD4D508-FB87-40B8-90FB-F416AEB903EC}">
      <dgm:prSet/>
      <dgm:spPr/>
      <dgm:t>
        <a:bodyPr/>
        <a:lstStyle/>
        <a:p>
          <a:endParaRPr lang="en-US"/>
        </a:p>
      </dgm:t>
    </dgm:pt>
    <dgm:pt modelId="{B8E6C00E-80A8-4A80-95FA-3A7FA786A1AB}" type="sibTrans" cxnId="{6AD4D508-FB87-40B8-90FB-F416AEB903EC}">
      <dgm:prSet/>
      <dgm:spPr/>
      <dgm:t>
        <a:bodyPr/>
        <a:lstStyle/>
        <a:p>
          <a:endParaRPr lang="en-US"/>
        </a:p>
      </dgm:t>
    </dgm:pt>
    <dgm:pt modelId="{FD017D91-826D-47E8-A752-8D0DB1761EAF}">
      <dgm:prSet/>
      <dgm:spPr/>
      <dgm:t>
        <a:bodyPr/>
        <a:lstStyle/>
        <a:p>
          <a:r>
            <a:rPr lang="en-US"/>
            <a:t>Redirect with success/error message</a:t>
          </a:r>
        </a:p>
      </dgm:t>
    </dgm:pt>
    <dgm:pt modelId="{94ED36B8-9A9A-44AD-A7B4-5C72A14ECCBE}" type="parTrans" cxnId="{D882D17A-96E4-4120-B00D-DD430900927D}">
      <dgm:prSet/>
      <dgm:spPr/>
      <dgm:t>
        <a:bodyPr/>
        <a:lstStyle/>
        <a:p>
          <a:endParaRPr lang="en-US"/>
        </a:p>
      </dgm:t>
    </dgm:pt>
    <dgm:pt modelId="{1DB48E60-D4C6-4705-BE7F-7C0C73FB518A}" type="sibTrans" cxnId="{D882D17A-96E4-4120-B00D-DD430900927D}">
      <dgm:prSet/>
      <dgm:spPr/>
      <dgm:t>
        <a:bodyPr/>
        <a:lstStyle/>
        <a:p>
          <a:endParaRPr lang="en-US"/>
        </a:p>
      </dgm:t>
    </dgm:pt>
    <dgm:pt modelId="{6DB0C3A5-C578-4212-8266-4998474AA6A5}" type="pres">
      <dgm:prSet presAssocID="{99660924-09BC-40EE-8122-8EA8242E8170}" presName="Name0" presStyleCnt="0">
        <dgm:presLayoutVars>
          <dgm:dir/>
          <dgm:animLvl val="lvl"/>
          <dgm:resizeHandles val="exact"/>
        </dgm:presLayoutVars>
      </dgm:prSet>
      <dgm:spPr/>
    </dgm:pt>
    <dgm:pt modelId="{F1DAEDAF-AF74-402D-879C-5A7623FDA36F}" type="pres">
      <dgm:prSet presAssocID="{F1056FB3-06A4-483C-8495-7411C4305E26}" presName="boxAndChildren" presStyleCnt="0"/>
      <dgm:spPr/>
    </dgm:pt>
    <dgm:pt modelId="{E23F784D-1590-447C-861A-71B1CE028F61}" type="pres">
      <dgm:prSet presAssocID="{F1056FB3-06A4-483C-8495-7411C4305E26}" presName="parentTextBox" presStyleLbl="alignNode1" presStyleIdx="0" presStyleCnt="6"/>
      <dgm:spPr/>
    </dgm:pt>
    <dgm:pt modelId="{0A4C1CE3-79B2-4A82-A284-53E8C3AFE26B}" type="pres">
      <dgm:prSet presAssocID="{F1056FB3-06A4-483C-8495-7411C4305E26}" presName="descendantBox" presStyleLbl="bgAccFollowNode1" presStyleIdx="0" presStyleCnt="6"/>
      <dgm:spPr/>
    </dgm:pt>
    <dgm:pt modelId="{474E114E-16C3-4B2F-9F7F-0DBDD4BCA904}" type="pres">
      <dgm:prSet presAssocID="{589EB888-4771-4061-95ED-A07DD96B53F6}" presName="sp" presStyleCnt="0"/>
      <dgm:spPr/>
    </dgm:pt>
    <dgm:pt modelId="{CCA9D571-EB93-40FE-B91F-1A2882FC99FE}" type="pres">
      <dgm:prSet presAssocID="{66498946-6933-4D9C-A338-0FDE8C194C1B}" presName="arrowAndChildren" presStyleCnt="0"/>
      <dgm:spPr/>
    </dgm:pt>
    <dgm:pt modelId="{880D9CE2-D9C8-4472-8966-73DB81063365}" type="pres">
      <dgm:prSet presAssocID="{66498946-6933-4D9C-A338-0FDE8C194C1B}" presName="parentTextArrow" presStyleLbl="node1" presStyleIdx="0" presStyleCnt="0"/>
      <dgm:spPr/>
    </dgm:pt>
    <dgm:pt modelId="{C2AEE25E-8093-49E4-B059-A74A49E3BC93}" type="pres">
      <dgm:prSet presAssocID="{66498946-6933-4D9C-A338-0FDE8C194C1B}" presName="arrow" presStyleLbl="alignNode1" presStyleIdx="1" presStyleCnt="6"/>
      <dgm:spPr/>
    </dgm:pt>
    <dgm:pt modelId="{66FB6627-57FE-49A8-8AF4-3AB8FCFBB4F3}" type="pres">
      <dgm:prSet presAssocID="{66498946-6933-4D9C-A338-0FDE8C194C1B}" presName="descendantArrow" presStyleLbl="bgAccFollowNode1" presStyleIdx="1" presStyleCnt="6"/>
      <dgm:spPr/>
    </dgm:pt>
    <dgm:pt modelId="{D62F3D99-CECD-492F-92E6-6F8E485BC6FF}" type="pres">
      <dgm:prSet presAssocID="{2BBAB0E6-2E95-4AC7-AB8A-0DEFE883EB4F}" presName="sp" presStyleCnt="0"/>
      <dgm:spPr/>
    </dgm:pt>
    <dgm:pt modelId="{DE856F67-1A59-40D4-AF33-2A5EFD77E871}" type="pres">
      <dgm:prSet presAssocID="{BEAC0B92-9469-4205-9021-AEB8B8F2C16B}" presName="arrowAndChildren" presStyleCnt="0"/>
      <dgm:spPr/>
    </dgm:pt>
    <dgm:pt modelId="{19B7782E-6058-4608-85AA-7EBEC7BFE6DF}" type="pres">
      <dgm:prSet presAssocID="{BEAC0B92-9469-4205-9021-AEB8B8F2C16B}" presName="parentTextArrow" presStyleLbl="node1" presStyleIdx="0" presStyleCnt="0"/>
      <dgm:spPr/>
    </dgm:pt>
    <dgm:pt modelId="{AC1DEF34-F303-4A5C-BD3C-D25CF8E38265}" type="pres">
      <dgm:prSet presAssocID="{BEAC0B92-9469-4205-9021-AEB8B8F2C16B}" presName="arrow" presStyleLbl="alignNode1" presStyleIdx="2" presStyleCnt="6"/>
      <dgm:spPr/>
    </dgm:pt>
    <dgm:pt modelId="{16EF7613-332C-41DA-A0D4-9E82335A339E}" type="pres">
      <dgm:prSet presAssocID="{BEAC0B92-9469-4205-9021-AEB8B8F2C16B}" presName="descendantArrow" presStyleLbl="bgAccFollowNode1" presStyleIdx="2" presStyleCnt="6"/>
      <dgm:spPr/>
    </dgm:pt>
    <dgm:pt modelId="{31D24CF7-168E-4D27-8C29-07C1AB65E679}" type="pres">
      <dgm:prSet presAssocID="{6D218947-43CD-4508-803C-FC0FE03F8916}" presName="sp" presStyleCnt="0"/>
      <dgm:spPr/>
    </dgm:pt>
    <dgm:pt modelId="{CEA70BB2-B672-45F3-91EE-E5393B24B2CA}" type="pres">
      <dgm:prSet presAssocID="{7B54C082-3598-45F1-8F18-4FDAAA99DC6F}" presName="arrowAndChildren" presStyleCnt="0"/>
      <dgm:spPr/>
    </dgm:pt>
    <dgm:pt modelId="{10CD95F5-B5A5-4C2A-B696-35C5D537855B}" type="pres">
      <dgm:prSet presAssocID="{7B54C082-3598-45F1-8F18-4FDAAA99DC6F}" presName="parentTextArrow" presStyleLbl="node1" presStyleIdx="0" presStyleCnt="0"/>
      <dgm:spPr/>
    </dgm:pt>
    <dgm:pt modelId="{D2F492AC-61ED-4980-81CB-68D37F481737}" type="pres">
      <dgm:prSet presAssocID="{7B54C082-3598-45F1-8F18-4FDAAA99DC6F}" presName="arrow" presStyleLbl="alignNode1" presStyleIdx="3" presStyleCnt="6"/>
      <dgm:spPr/>
    </dgm:pt>
    <dgm:pt modelId="{C4943B1A-A9EC-4526-ABED-31C11E67EE0A}" type="pres">
      <dgm:prSet presAssocID="{7B54C082-3598-45F1-8F18-4FDAAA99DC6F}" presName="descendantArrow" presStyleLbl="bgAccFollowNode1" presStyleIdx="3" presStyleCnt="6"/>
      <dgm:spPr/>
    </dgm:pt>
    <dgm:pt modelId="{80C744F2-2958-48FC-A352-949B78B0F923}" type="pres">
      <dgm:prSet presAssocID="{3DD4DE1C-85AE-4CC6-9396-AD7724267A74}" presName="sp" presStyleCnt="0"/>
      <dgm:spPr/>
    </dgm:pt>
    <dgm:pt modelId="{BF8086E3-84B1-4CD4-AE5A-831CA726752A}" type="pres">
      <dgm:prSet presAssocID="{ADE64DC9-6C41-43F9-9B90-1EC17FD2D427}" presName="arrowAndChildren" presStyleCnt="0"/>
      <dgm:spPr/>
    </dgm:pt>
    <dgm:pt modelId="{871B5A21-7C6B-4A69-80AB-FD432BBABD98}" type="pres">
      <dgm:prSet presAssocID="{ADE64DC9-6C41-43F9-9B90-1EC17FD2D427}" presName="parentTextArrow" presStyleLbl="node1" presStyleIdx="0" presStyleCnt="0"/>
      <dgm:spPr/>
    </dgm:pt>
    <dgm:pt modelId="{554C1A87-59A8-4E5B-BD61-0714D74B8B10}" type="pres">
      <dgm:prSet presAssocID="{ADE64DC9-6C41-43F9-9B90-1EC17FD2D427}" presName="arrow" presStyleLbl="alignNode1" presStyleIdx="4" presStyleCnt="6"/>
      <dgm:spPr/>
    </dgm:pt>
    <dgm:pt modelId="{CEB6620E-512E-48B0-8FD9-6FDCC977407E}" type="pres">
      <dgm:prSet presAssocID="{ADE64DC9-6C41-43F9-9B90-1EC17FD2D427}" presName="descendantArrow" presStyleLbl="bgAccFollowNode1" presStyleIdx="4" presStyleCnt="6"/>
      <dgm:spPr/>
    </dgm:pt>
    <dgm:pt modelId="{E0FFCFD1-5C0A-4154-A15D-C045A2FE2826}" type="pres">
      <dgm:prSet presAssocID="{3D2F770E-6E89-496E-94DC-BB05AE696D98}" presName="sp" presStyleCnt="0"/>
      <dgm:spPr/>
    </dgm:pt>
    <dgm:pt modelId="{87132401-A73F-4C4E-9424-F67EA439CDAF}" type="pres">
      <dgm:prSet presAssocID="{3D20962A-7EAE-46D0-9BA0-8B9386EF23AA}" presName="arrowAndChildren" presStyleCnt="0"/>
      <dgm:spPr/>
    </dgm:pt>
    <dgm:pt modelId="{9D59262D-2F01-49BB-9EC1-DAE32E0C44D1}" type="pres">
      <dgm:prSet presAssocID="{3D20962A-7EAE-46D0-9BA0-8B9386EF23AA}" presName="parentTextArrow" presStyleLbl="node1" presStyleIdx="0" presStyleCnt="0"/>
      <dgm:spPr/>
    </dgm:pt>
    <dgm:pt modelId="{2C40328C-1AE9-468C-AC2E-43B238C3C14E}" type="pres">
      <dgm:prSet presAssocID="{3D20962A-7EAE-46D0-9BA0-8B9386EF23AA}" presName="arrow" presStyleLbl="alignNode1" presStyleIdx="5" presStyleCnt="6"/>
      <dgm:spPr/>
    </dgm:pt>
    <dgm:pt modelId="{9FA6D207-8CA2-4365-9932-41249965D4A1}" type="pres">
      <dgm:prSet presAssocID="{3D20962A-7EAE-46D0-9BA0-8B9386EF23AA}" presName="descendantArrow" presStyleLbl="bgAccFollowNode1" presStyleIdx="5" presStyleCnt="6"/>
      <dgm:spPr/>
    </dgm:pt>
  </dgm:ptLst>
  <dgm:cxnLst>
    <dgm:cxn modelId="{6AD4D508-FB87-40B8-90FB-F416AEB903EC}" srcId="{99660924-09BC-40EE-8122-8EA8242E8170}" destId="{F1056FB3-06A4-483C-8495-7411C4305E26}" srcOrd="5" destOrd="0" parTransId="{C6EE3F85-35FD-4C2F-8CC8-2A3A59F03A68}" sibTransId="{B8E6C00E-80A8-4A80-95FA-3A7FA786A1AB}"/>
    <dgm:cxn modelId="{D6302711-08ED-4213-8751-6454BC617EEA}" srcId="{99660924-09BC-40EE-8122-8EA8242E8170}" destId="{ADE64DC9-6C41-43F9-9B90-1EC17FD2D427}" srcOrd="1" destOrd="0" parTransId="{276F4C6A-45B4-4F7C-BDA1-E344EC319003}" sibTransId="{3DD4DE1C-85AE-4CC6-9396-AD7724267A74}"/>
    <dgm:cxn modelId="{8E18C311-0F02-41A2-AB34-B4DF2DEAC61C}" srcId="{66498946-6933-4D9C-A338-0FDE8C194C1B}" destId="{07A548CB-3AC0-4733-ACA7-CA75CAB28DDC}" srcOrd="0" destOrd="0" parTransId="{4C37FA0C-DE29-4BC9-A7F6-90DC399838E8}" sibTransId="{DD9BCD4D-4440-4531-86BA-94674AC33002}"/>
    <dgm:cxn modelId="{3C9ADE16-3552-430D-80C3-C0297D52445B}" type="presOf" srcId="{3D20962A-7EAE-46D0-9BA0-8B9386EF23AA}" destId="{9D59262D-2F01-49BB-9EC1-DAE32E0C44D1}" srcOrd="0" destOrd="0" presId="urn:microsoft.com/office/officeart/2016/7/layout/VerticalDownArrowProcess"/>
    <dgm:cxn modelId="{80467E17-B71C-4541-BAEB-77B28F2B0355}" srcId="{99660924-09BC-40EE-8122-8EA8242E8170}" destId="{3D20962A-7EAE-46D0-9BA0-8B9386EF23AA}" srcOrd="0" destOrd="0" parTransId="{6A90C5F9-AE62-4334-9D63-18CE7DF78B97}" sibTransId="{3D2F770E-6E89-496E-94DC-BB05AE696D98}"/>
    <dgm:cxn modelId="{208E4B1B-11FD-4BBA-B296-4D855A5EC1BA}" type="presOf" srcId="{BEAC0B92-9469-4205-9021-AEB8B8F2C16B}" destId="{AC1DEF34-F303-4A5C-BD3C-D25CF8E38265}" srcOrd="1" destOrd="0" presId="urn:microsoft.com/office/officeart/2016/7/layout/VerticalDownArrowProcess"/>
    <dgm:cxn modelId="{4E684130-C76C-4F2B-9246-33523DA6571A}" type="presOf" srcId="{ADE64DC9-6C41-43F9-9B90-1EC17FD2D427}" destId="{871B5A21-7C6B-4A69-80AB-FD432BBABD98}" srcOrd="0" destOrd="0" presId="urn:microsoft.com/office/officeart/2016/7/layout/VerticalDownArrowProcess"/>
    <dgm:cxn modelId="{DC984938-225C-471F-9FDE-A018FE986998}" type="presOf" srcId="{3D20962A-7EAE-46D0-9BA0-8B9386EF23AA}" destId="{2C40328C-1AE9-468C-AC2E-43B238C3C14E}" srcOrd="1" destOrd="0" presId="urn:microsoft.com/office/officeart/2016/7/layout/VerticalDownArrowProcess"/>
    <dgm:cxn modelId="{4A2BD53A-1810-4972-98F8-96D8BE101EB4}" srcId="{7B54C082-3598-45F1-8F18-4FDAAA99DC6F}" destId="{8DAF5476-F0B1-4337-BCA5-14314540C9EE}" srcOrd="0" destOrd="0" parTransId="{8B8BD021-30D7-4EB4-9107-F9A81F784267}" sibTransId="{651F9BEC-97A8-4480-AE35-828829A9BF74}"/>
    <dgm:cxn modelId="{9576135C-F048-440B-8FE5-F0B16067EF49}" srcId="{ADE64DC9-6C41-43F9-9B90-1EC17FD2D427}" destId="{38A7FCBA-0B2C-41F9-8ABF-22E95417CA92}" srcOrd="0" destOrd="0" parTransId="{8C3C0873-362C-4634-BF4A-DCE6632F59C7}" sibTransId="{E97E2BF3-9BC6-42F9-9D52-0D55354DCED5}"/>
    <dgm:cxn modelId="{1B2AA264-0F04-4929-877C-D9C579DBB2F9}" srcId="{BEAC0B92-9469-4205-9021-AEB8B8F2C16B}" destId="{4FC288A8-60E1-4821-AA6D-46A400C24CAB}" srcOrd="0" destOrd="0" parTransId="{20CC2870-1CF4-4D76-BA05-3F80243E10B9}" sibTransId="{1249238A-B9C1-4DAC-8D49-FB24FE3D5CCE}"/>
    <dgm:cxn modelId="{876E966D-E751-4E5B-A3E5-8348A873FCBE}" type="presOf" srcId="{7BD2E9FD-15BD-4184-B2F0-61F4634A6B89}" destId="{9FA6D207-8CA2-4365-9932-41249965D4A1}" srcOrd="0" destOrd="0" presId="urn:microsoft.com/office/officeart/2016/7/layout/VerticalDownArrowProcess"/>
    <dgm:cxn modelId="{1D4DE44D-8AD0-4B08-A055-541A1A8D2936}" type="presOf" srcId="{BEAC0B92-9469-4205-9021-AEB8B8F2C16B}" destId="{19B7782E-6058-4608-85AA-7EBEC7BFE6DF}" srcOrd="0" destOrd="0" presId="urn:microsoft.com/office/officeart/2016/7/layout/VerticalDownArrowProcess"/>
    <dgm:cxn modelId="{AD307571-2250-4F8F-99BE-46CCD7B11BA1}" type="presOf" srcId="{4FC288A8-60E1-4821-AA6D-46A400C24CAB}" destId="{16EF7613-332C-41DA-A0D4-9E82335A339E}" srcOrd="0" destOrd="0" presId="urn:microsoft.com/office/officeart/2016/7/layout/VerticalDownArrowProcess"/>
    <dgm:cxn modelId="{69246A74-5D13-46DB-A08C-1D926B896AA3}" type="presOf" srcId="{66498946-6933-4D9C-A338-0FDE8C194C1B}" destId="{C2AEE25E-8093-49E4-B059-A74A49E3BC93}" srcOrd="1" destOrd="0" presId="urn:microsoft.com/office/officeart/2016/7/layout/VerticalDownArrowProcess"/>
    <dgm:cxn modelId="{D882D17A-96E4-4120-B00D-DD430900927D}" srcId="{F1056FB3-06A4-483C-8495-7411C4305E26}" destId="{FD017D91-826D-47E8-A752-8D0DB1761EAF}" srcOrd="0" destOrd="0" parTransId="{94ED36B8-9A9A-44AD-A7B4-5C72A14ECCBE}" sibTransId="{1DB48E60-D4C6-4705-BE7F-7C0C73FB518A}"/>
    <dgm:cxn modelId="{2EC8CF82-CF23-477B-A726-D353916675EA}" type="presOf" srcId="{66498946-6933-4D9C-A338-0FDE8C194C1B}" destId="{880D9CE2-D9C8-4472-8966-73DB81063365}" srcOrd="0" destOrd="0" presId="urn:microsoft.com/office/officeart/2016/7/layout/VerticalDownArrowProcess"/>
    <dgm:cxn modelId="{0587178E-F7CE-4037-AA1C-3646538F9DD5}" srcId="{3D20962A-7EAE-46D0-9BA0-8B9386EF23AA}" destId="{7BD2E9FD-15BD-4184-B2F0-61F4634A6B89}" srcOrd="0" destOrd="0" parTransId="{68D0A069-61A3-4F3E-B615-765FFC34B2F5}" sibTransId="{643BB671-A332-4809-88BD-5E3F39B0CE54}"/>
    <dgm:cxn modelId="{D973E0B0-0F4A-4261-9546-562C2848BC07}" type="presOf" srcId="{7B54C082-3598-45F1-8F18-4FDAAA99DC6F}" destId="{D2F492AC-61ED-4980-81CB-68D37F481737}" srcOrd="1" destOrd="0" presId="urn:microsoft.com/office/officeart/2016/7/layout/VerticalDownArrowProcess"/>
    <dgm:cxn modelId="{A66DADC0-78D8-4D6C-83FF-30A2550F751C}" type="presOf" srcId="{8DAF5476-F0B1-4337-BCA5-14314540C9EE}" destId="{C4943B1A-A9EC-4526-ABED-31C11E67EE0A}" srcOrd="0" destOrd="0" presId="urn:microsoft.com/office/officeart/2016/7/layout/VerticalDownArrowProcess"/>
    <dgm:cxn modelId="{437867C7-CAF7-45E7-9E7E-4BCCFB35FDAC}" type="presOf" srcId="{7B54C082-3598-45F1-8F18-4FDAAA99DC6F}" destId="{10CD95F5-B5A5-4C2A-B696-35C5D537855B}" srcOrd="0" destOrd="0" presId="urn:microsoft.com/office/officeart/2016/7/layout/VerticalDownArrowProcess"/>
    <dgm:cxn modelId="{AED8D4C7-F930-4DDC-BD94-FB105C342AE2}" type="presOf" srcId="{07A548CB-3AC0-4733-ACA7-CA75CAB28DDC}" destId="{66FB6627-57FE-49A8-8AF4-3AB8FCFBB4F3}" srcOrd="0" destOrd="0" presId="urn:microsoft.com/office/officeart/2016/7/layout/VerticalDownArrowProcess"/>
    <dgm:cxn modelId="{F6DC64CF-BD9F-4980-8ED5-424FEA3A64C2}" type="presOf" srcId="{38A7FCBA-0B2C-41F9-8ABF-22E95417CA92}" destId="{CEB6620E-512E-48B0-8FD9-6FDCC977407E}" srcOrd="0" destOrd="0" presId="urn:microsoft.com/office/officeart/2016/7/layout/VerticalDownArrowProcess"/>
    <dgm:cxn modelId="{E701BCD1-C57C-48AE-BE85-D3B5DFF2510F}" type="presOf" srcId="{ADE64DC9-6C41-43F9-9B90-1EC17FD2D427}" destId="{554C1A87-59A8-4E5B-BD61-0714D74B8B10}" srcOrd="1" destOrd="0" presId="urn:microsoft.com/office/officeart/2016/7/layout/VerticalDownArrowProcess"/>
    <dgm:cxn modelId="{12B6C5D8-37F6-4C12-88C5-B23BE03B2065}" type="presOf" srcId="{F1056FB3-06A4-483C-8495-7411C4305E26}" destId="{E23F784D-1590-447C-861A-71B1CE028F61}" srcOrd="0" destOrd="0" presId="urn:microsoft.com/office/officeart/2016/7/layout/VerticalDownArrowProcess"/>
    <dgm:cxn modelId="{45D5BCDD-384E-4DC8-8564-853F9D87306B}" srcId="{99660924-09BC-40EE-8122-8EA8242E8170}" destId="{7B54C082-3598-45F1-8F18-4FDAAA99DC6F}" srcOrd="2" destOrd="0" parTransId="{726C314D-D577-468D-B73C-B7BEC99EA831}" sibTransId="{6D218947-43CD-4508-803C-FC0FE03F8916}"/>
    <dgm:cxn modelId="{0A13B8E3-0BB1-406D-9ECE-508BEAF05F1B}" type="presOf" srcId="{99660924-09BC-40EE-8122-8EA8242E8170}" destId="{6DB0C3A5-C578-4212-8266-4998474AA6A5}" srcOrd="0" destOrd="0" presId="urn:microsoft.com/office/officeart/2016/7/layout/VerticalDownArrowProcess"/>
    <dgm:cxn modelId="{85DA19E8-5E10-4CEF-826C-011117C8BAFF}" type="presOf" srcId="{FD017D91-826D-47E8-A752-8D0DB1761EAF}" destId="{0A4C1CE3-79B2-4A82-A284-53E8C3AFE26B}" srcOrd="0" destOrd="0" presId="urn:microsoft.com/office/officeart/2016/7/layout/VerticalDownArrowProcess"/>
    <dgm:cxn modelId="{FFC753F4-6F94-40CE-BA49-5BADF4606B17}" srcId="{99660924-09BC-40EE-8122-8EA8242E8170}" destId="{66498946-6933-4D9C-A338-0FDE8C194C1B}" srcOrd="4" destOrd="0" parTransId="{2BFA37B5-E4B1-42DC-BC95-2E1651FDB9AD}" sibTransId="{589EB888-4771-4061-95ED-A07DD96B53F6}"/>
    <dgm:cxn modelId="{5BFD45FE-AD42-4746-849D-5F12EFBE788F}" srcId="{99660924-09BC-40EE-8122-8EA8242E8170}" destId="{BEAC0B92-9469-4205-9021-AEB8B8F2C16B}" srcOrd="3" destOrd="0" parTransId="{B6D30FBC-18F4-472A-9F89-EF515271D1EF}" sibTransId="{2BBAB0E6-2E95-4AC7-AB8A-0DEFE883EB4F}"/>
    <dgm:cxn modelId="{53D52DD7-8CAE-4B18-9F32-783514EAD2B8}" type="presParOf" srcId="{6DB0C3A5-C578-4212-8266-4998474AA6A5}" destId="{F1DAEDAF-AF74-402D-879C-5A7623FDA36F}" srcOrd="0" destOrd="0" presId="urn:microsoft.com/office/officeart/2016/7/layout/VerticalDownArrowProcess"/>
    <dgm:cxn modelId="{3E6C79A8-913C-4BA6-81C5-095B5B810CA8}" type="presParOf" srcId="{F1DAEDAF-AF74-402D-879C-5A7623FDA36F}" destId="{E23F784D-1590-447C-861A-71B1CE028F61}" srcOrd="0" destOrd="0" presId="urn:microsoft.com/office/officeart/2016/7/layout/VerticalDownArrowProcess"/>
    <dgm:cxn modelId="{6B64071A-2201-439F-B101-7A513DC64E1A}" type="presParOf" srcId="{F1DAEDAF-AF74-402D-879C-5A7623FDA36F}" destId="{0A4C1CE3-79B2-4A82-A284-53E8C3AFE26B}" srcOrd="1" destOrd="0" presId="urn:microsoft.com/office/officeart/2016/7/layout/VerticalDownArrowProcess"/>
    <dgm:cxn modelId="{95991DC1-C48F-4906-9D8D-0DD6862FE9F8}" type="presParOf" srcId="{6DB0C3A5-C578-4212-8266-4998474AA6A5}" destId="{474E114E-16C3-4B2F-9F7F-0DBDD4BCA904}" srcOrd="1" destOrd="0" presId="urn:microsoft.com/office/officeart/2016/7/layout/VerticalDownArrowProcess"/>
    <dgm:cxn modelId="{20FB4906-4DAF-4484-9305-9236FF1785CA}" type="presParOf" srcId="{6DB0C3A5-C578-4212-8266-4998474AA6A5}" destId="{CCA9D571-EB93-40FE-B91F-1A2882FC99FE}" srcOrd="2" destOrd="0" presId="urn:microsoft.com/office/officeart/2016/7/layout/VerticalDownArrowProcess"/>
    <dgm:cxn modelId="{365F8EEC-974D-4D11-8152-EC61C7CEB2D1}" type="presParOf" srcId="{CCA9D571-EB93-40FE-B91F-1A2882FC99FE}" destId="{880D9CE2-D9C8-4472-8966-73DB81063365}" srcOrd="0" destOrd="0" presId="urn:microsoft.com/office/officeart/2016/7/layout/VerticalDownArrowProcess"/>
    <dgm:cxn modelId="{149B85D0-B8BA-4161-80B4-844FC40F0302}" type="presParOf" srcId="{CCA9D571-EB93-40FE-B91F-1A2882FC99FE}" destId="{C2AEE25E-8093-49E4-B059-A74A49E3BC93}" srcOrd="1" destOrd="0" presId="urn:microsoft.com/office/officeart/2016/7/layout/VerticalDownArrowProcess"/>
    <dgm:cxn modelId="{BA75C14E-585B-46EC-88B5-53835B3E41AC}" type="presParOf" srcId="{CCA9D571-EB93-40FE-B91F-1A2882FC99FE}" destId="{66FB6627-57FE-49A8-8AF4-3AB8FCFBB4F3}" srcOrd="2" destOrd="0" presId="urn:microsoft.com/office/officeart/2016/7/layout/VerticalDownArrowProcess"/>
    <dgm:cxn modelId="{EF715297-77DF-46F6-9318-46C6374107D9}" type="presParOf" srcId="{6DB0C3A5-C578-4212-8266-4998474AA6A5}" destId="{D62F3D99-CECD-492F-92E6-6F8E485BC6FF}" srcOrd="3" destOrd="0" presId="urn:microsoft.com/office/officeart/2016/7/layout/VerticalDownArrowProcess"/>
    <dgm:cxn modelId="{9EE183D6-EF1A-4ED7-AC33-9E0D56E9F1EE}" type="presParOf" srcId="{6DB0C3A5-C578-4212-8266-4998474AA6A5}" destId="{DE856F67-1A59-40D4-AF33-2A5EFD77E871}" srcOrd="4" destOrd="0" presId="urn:microsoft.com/office/officeart/2016/7/layout/VerticalDownArrowProcess"/>
    <dgm:cxn modelId="{456A56DC-719F-49B9-AC19-028D99DAFD11}" type="presParOf" srcId="{DE856F67-1A59-40D4-AF33-2A5EFD77E871}" destId="{19B7782E-6058-4608-85AA-7EBEC7BFE6DF}" srcOrd="0" destOrd="0" presId="urn:microsoft.com/office/officeart/2016/7/layout/VerticalDownArrowProcess"/>
    <dgm:cxn modelId="{95EDCD7D-BF91-4DC6-9BE2-F7BC6F5A7631}" type="presParOf" srcId="{DE856F67-1A59-40D4-AF33-2A5EFD77E871}" destId="{AC1DEF34-F303-4A5C-BD3C-D25CF8E38265}" srcOrd="1" destOrd="0" presId="urn:microsoft.com/office/officeart/2016/7/layout/VerticalDownArrowProcess"/>
    <dgm:cxn modelId="{CE04F7BB-8156-4E40-B002-F4534CA9CCC4}" type="presParOf" srcId="{DE856F67-1A59-40D4-AF33-2A5EFD77E871}" destId="{16EF7613-332C-41DA-A0D4-9E82335A339E}" srcOrd="2" destOrd="0" presId="urn:microsoft.com/office/officeart/2016/7/layout/VerticalDownArrowProcess"/>
    <dgm:cxn modelId="{AC20D8FF-4EE7-4A27-B20F-8DF8CCF450D2}" type="presParOf" srcId="{6DB0C3A5-C578-4212-8266-4998474AA6A5}" destId="{31D24CF7-168E-4D27-8C29-07C1AB65E679}" srcOrd="5" destOrd="0" presId="urn:microsoft.com/office/officeart/2016/7/layout/VerticalDownArrowProcess"/>
    <dgm:cxn modelId="{2EF3607F-C54A-45FB-9AF3-CD15C1C60874}" type="presParOf" srcId="{6DB0C3A5-C578-4212-8266-4998474AA6A5}" destId="{CEA70BB2-B672-45F3-91EE-E5393B24B2CA}" srcOrd="6" destOrd="0" presId="urn:microsoft.com/office/officeart/2016/7/layout/VerticalDownArrowProcess"/>
    <dgm:cxn modelId="{57D9C767-78B5-4456-A649-C8E0FE7D10FD}" type="presParOf" srcId="{CEA70BB2-B672-45F3-91EE-E5393B24B2CA}" destId="{10CD95F5-B5A5-4C2A-B696-35C5D537855B}" srcOrd="0" destOrd="0" presId="urn:microsoft.com/office/officeart/2016/7/layout/VerticalDownArrowProcess"/>
    <dgm:cxn modelId="{A1CF54AD-EBFB-4B6D-BD33-E4779B56C6EA}" type="presParOf" srcId="{CEA70BB2-B672-45F3-91EE-E5393B24B2CA}" destId="{D2F492AC-61ED-4980-81CB-68D37F481737}" srcOrd="1" destOrd="0" presId="urn:microsoft.com/office/officeart/2016/7/layout/VerticalDownArrowProcess"/>
    <dgm:cxn modelId="{D46D9A7E-24B2-49F6-A562-3F663D6A52D5}" type="presParOf" srcId="{CEA70BB2-B672-45F3-91EE-E5393B24B2CA}" destId="{C4943B1A-A9EC-4526-ABED-31C11E67EE0A}" srcOrd="2" destOrd="0" presId="urn:microsoft.com/office/officeart/2016/7/layout/VerticalDownArrowProcess"/>
    <dgm:cxn modelId="{2094877D-35B8-4F31-9684-6EC58514AE29}" type="presParOf" srcId="{6DB0C3A5-C578-4212-8266-4998474AA6A5}" destId="{80C744F2-2958-48FC-A352-949B78B0F923}" srcOrd="7" destOrd="0" presId="urn:microsoft.com/office/officeart/2016/7/layout/VerticalDownArrowProcess"/>
    <dgm:cxn modelId="{DF583124-3F02-4BB8-9A2D-06CB5E73B0C7}" type="presParOf" srcId="{6DB0C3A5-C578-4212-8266-4998474AA6A5}" destId="{BF8086E3-84B1-4CD4-AE5A-831CA726752A}" srcOrd="8" destOrd="0" presId="urn:microsoft.com/office/officeart/2016/7/layout/VerticalDownArrowProcess"/>
    <dgm:cxn modelId="{93E6CAE3-E492-4A87-923B-F70C94CB956F}" type="presParOf" srcId="{BF8086E3-84B1-4CD4-AE5A-831CA726752A}" destId="{871B5A21-7C6B-4A69-80AB-FD432BBABD98}" srcOrd="0" destOrd="0" presId="urn:microsoft.com/office/officeart/2016/7/layout/VerticalDownArrowProcess"/>
    <dgm:cxn modelId="{75D0DE9F-8187-49E1-BD45-2921985BFE0F}" type="presParOf" srcId="{BF8086E3-84B1-4CD4-AE5A-831CA726752A}" destId="{554C1A87-59A8-4E5B-BD61-0714D74B8B10}" srcOrd="1" destOrd="0" presId="urn:microsoft.com/office/officeart/2016/7/layout/VerticalDownArrowProcess"/>
    <dgm:cxn modelId="{ED6E1270-6A11-4980-80EE-FF491BD24F2C}" type="presParOf" srcId="{BF8086E3-84B1-4CD4-AE5A-831CA726752A}" destId="{CEB6620E-512E-48B0-8FD9-6FDCC977407E}" srcOrd="2" destOrd="0" presId="urn:microsoft.com/office/officeart/2016/7/layout/VerticalDownArrowProcess"/>
    <dgm:cxn modelId="{D7FCAAF8-6023-4343-952A-86995403F6FC}" type="presParOf" srcId="{6DB0C3A5-C578-4212-8266-4998474AA6A5}" destId="{E0FFCFD1-5C0A-4154-A15D-C045A2FE2826}" srcOrd="9" destOrd="0" presId="urn:microsoft.com/office/officeart/2016/7/layout/VerticalDownArrowProcess"/>
    <dgm:cxn modelId="{4BCD479A-F5E5-4E32-A794-DAD2A310FF4C}" type="presParOf" srcId="{6DB0C3A5-C578-4212-8266-4998474AA6A5}" destId="{87132401-A73F-4C4E-9424-F67EA439CDAF}" srcOrd="10" destOrd="0" presId="urn:microsoft.com/office/officeart/2016/7/layout/VerticalDownArrowProcess"/>
    <dgm:cxn modelId="{456A69ED-1384-49FC-9E73-A99F6DEE4D40}" type="presParOf" srcId="{87132401-A73F-4C4E-9424-F67EA439CDAF}" destId="{9D59262D-2F01-49BB-9EC1-DAE32E0C44D1}" srcOrd="0" destOrd="0" presId="urn:microsoft.com/office/officeart/2016/7/layout/VerticalDownArrowProcess"/>
    <dgm:cxn modelId="{8A945C95-F359-4F1C-9167-FB0E55E6C51F}" type="presParOf" srcId="{87132401-A73F-4C4E-9424-F67EA439CDAF}" destId="{2C40328C-1AE9-468C-AC2E-43B238C3C14E}" srcOrd="1" destOrd="0" presId="urn:microsoft.com/office/officeart/2016/7/layout/VerticalDownArrowProcess"/>
    <dgm:cxn modelId="{C02AE999-C1FB-44CA-A40A-BA7D42BF81E8}" type="presParOf" srcId="{87132401-A73F-4C4E-9424-F67EA439CDAF}" destId="{9FA6D207-8CA2-4365-9932-41249965D4A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A97B21-C2C9-4350-88F6-D48E1385C9D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B02C50B-6562-4998-BB55-B04070277398}">
      <dgm:prSet/>
      <dgm:spPr/>
      <dgm:t>
        <a:bodyPr/>
        <a:lstStyle/>
        <a:p>
          <a:r>
            <a:rPr lang="en-US"/>
            <a:t>• Secure login using hashed passwords.</a:t>
          </a:r>
        </a:p>
      </dgm:t>
    </dgm:pt>
    <dgm:pt modelId="{C318C6A9-B499-4588-9F86-76CECC5DB223}" type="parTrans" cxnId="{86C40E81-43B2-4BAE-A1BA-E4C3EE8A2DB4}">
      <dgm:prSet/>
      <dgm:spPr/>
      <dgm:t>
        <a:bodyPr/>
        <a:lstStyle/>
        <a:p>
          <a:endParaRPr lang="en-US"/>
        </a:p>
      </dgm:t>
    </dgm:pt>
    <dgm:pt modelId="{D2262F9F-04C1-4C8D-BA3A-F3103C1E8952}" type="sibTrans" cxnId="{86C40E81-43B2-4BAE-A1BA-E4C3EE8A2DB4}">
      <dgm:prSet/>
      <dgm:spPr/>
      <dgm:t>
        <a:bodyPr/>
        <a:lstStyle/>
        <a:p>
          <a:endParaRPr lang="en-US"/>
        </a:p>
      </dgm:t>
    </dgm:pt>
    <dgm:pt modelId="{39643118-A852-48BE-99A5-735CAF1060C5}">
      <dgm:prSet/>
      <dgm:spPr/>
      <dgm:t>
        <a:bodyPr/>
        <a:lstStyle/>
        <a:p>
          <a:r>
            <a:rPr lang="en-US"/>
            <a:t>• Sessions store userId + role.</a:t>
          </a:r>
        </a:p>
      </dgm:t>
    </dgm:pt>
    <dgm:pt modelId="{AA14023B-0C40-4991-80E6-6F839BB2BFFF}" type="parTrans" cxnId="{53FD0B82-0DD8-4953-A67D-E6A1221BB3F9}">
      <dgm:prSet/>
      <dgm:spPr/>
      <dgm:t>
        <a:bodyPr/>
        <a:lstStyle/>
        <a:p>
          <a:endParaRPr lang="en-US"/>
        </a:p>
      </dgm:t>
    </dgm:pt>
    <dgm:pt modelId="{F3054C2E-F53C-4B89-A204-6FAD6162E5F6}" type="sibTrans" cxnId="{53FD0B82-0DD8-4953-A67D-E6A1221BB3F9}">
      <dgm:prSet/>
      <dgm:spPr/>
      <dgm:t>
        <a:bodyPr/>
        <a:lstStyle/>
        <a:p>
          <a:endParaRPr lang="en-US"/>
        </a:p>
      </dgm:t>
    </dgm:pt>
    <dgm:pt modelId="{E191DF7D-82DB-4FBD-A1C2-7614852F6552}">
      <dgm:prSet/>
      <dgm:spPr/>
      <dgm:t>
        <a:bodyPr/>
        <a:lstStyle/>
        <a:p>
          <a:r>
            <a:rPr lang="en-US"/>
            <a:t>• Middleware enforces student-only access.</a:t>
          </a:r>
        </a:p>
      </dgm:t>
    </dgm:pt>
    <dgm:pt modelId="{8100C097-CBD7-446D-B772-18F7D4E4CD0B}" type="parTrans" cxnId="{47B5AFE1-9BE3-43E1-9E4E-E5D1ACC06716}">
      <dgm:prSet/>
      <dgm:spPr/>
      <dgm:t>
        <a:bodyPr/>
        <a:lstStyle/>
        <a:p>
          <a:endParaRPr lang="en-US"/>
        </a:p>
      </dgm:t>
    </dgm:pt>
    <dgm:pt modelId="{E73F7314-A288-49FE-8B13-DB7858F2F1B1}" type="sibTrans" cxnId="{47B5AFE1-9BE3-43E1-9E4E-E5D1ACC06716}">
      <dgm:prSet/>
      <dgm:spPr/>
      <dgm:t>
        <a:bodyPr/>
        <a:lstStyle/>
        <a:p>
          <a:endParaRPr lang="en-US"/>
        </a:p>
      </dgm:t>
    </dgm:pt>
    <dgm:pt modelId="{6CEAAF79-327E-4350-8CF7-168CEC5A6989}">
      <dgm:prSet/>
      <dgm:spPr/>
      <dgm:t>
        <a:bodyPr/>
        <a:lstStyle/>
        <a:p>
          <a:r>
            <a:rPr lang="en-US"/>
            <a:t>• Prevents unauthorized submissions.</a:t>
          </a:r>
        </a:p>
      </dgm:t>
    </dgm:pt>
    <dgm:pt modelId="{532F9495-169C-4D64-A8B5-0E56C7EE1D9A}" type="parTrans" cxnId="{1B33459E-E30A-4B0F-ADD2-7BC26277DBC1}">
      <dgm:prSet/>
      <dgm:spPr/>
      <dgm:t>
        <a:bodyPr/>
        <a:lstStyle/>
        <a:p>
          <a:endParaRPr lang="en-US"/>
        </a:p>
      </dgm:t>
    </dgm:pt>
    <dgm:pt modelId="{FF93CB22-A07D-4FAF-A84C-F866955B0484}" type="sibTrans" cxnId="{1B33459E-E30A-4B0F-ADD2-7BC26277DBC1}">
      <dgm:prSet/>
      <dgm:spPr/>
      <dgm:t>
        <a:bodyPr/>
        <a:lstStyle/>
        <a:p>
          <a:endParaRPr lang="en-US"/>
        </a:p>
      </dgm:t>
    </dgm:pt>
    <dgm:pt modelId="{30FE7849-C526-4BF4-A381-64E38EF33CB9}" type="pres">
      <dgm:prSet presAssocID="{9BA97B21-C2C9-4350-88F6-D48E1385C9DE}" presName="linear" presStyleCnt="0">
        <dgm:presLayoutVars>
          <dgm:animLvl val="lvl"/>
          <dgm:resizeHandles val="exact"/>
        </dgm:presLayoutVars>
      </dgm:prSet>
      <dgm:spPr/>
    </dgm:pt>
    <dgm:pt modelId="{4A3EE258-7B47-445D-A367-FC651CA4C582}" type="pres">
      <dgm:prSet presAssocID="{EB02C50B-6562-4998-BB55-B040702773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0E50B7-57CD-48BA-A573-F8C7E0BA980B}" type="pres">
      <dgm:prSet presAssocID="{D2262F9F-04C1-4C8D-BA3A-F3103C1E8952}" presName="spacer" presStyleCnt="0"/>
      <dgm:spPr/>
    </dgm:pt>
    <dgm:pt modelId="{FAB9A387-07EC-49FA-9AD0-D19894E9136D}" type="pres">
      <dgm:prSet presAssocID="{39643118-A852-48BE-99A5-735CAF1060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1BF80C2-C88D-4B32-AC54-56A7B01C21DF}" type="pres">
      <dgm:prSet presAssocID="{F3054C2E-F53C-4B89-A204-6FAD6162E5F6}" presName="spacer" presStyleCnt="0"/>
      <dgm:spPr/>
    </dgm:pt>
    <dgm:pt modelId="{AE6E7E58-37FF-476F-8F84-8FF8C7E1C685}" type="pres">
      <dgm:prSet presAssocID="{E191DF7D-82DB-4FBD-A1C2-7614852F655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B9BF4A2-F0CA-48C0-A339-5D29D554FDAC}" type="pres">
      <dgm:prSet presAssocID="{E73F7314-A288-49FE-8B13-DB7858F2F1B1}" presName="spacer" presStyleCnt="0"/>
      <dgm:spPr/>
    </dgm:pt>
    <dgm:pt modelId="{801C7AF8-A123-435C-90E8-01BC127F919A}" type="pres">
      <dgm:prSet presAssocID="{6CEAAF79-327E-4350-8CF7-168CEC5A698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6B1D646-9343-4424-9178-913399649338}" type="presOf" srcId="{9BA97B21-C2C9-4350-88F6-D48E1385C9DE}" destId="{30FE7849-C526-4BF4-A381-64E38EF33CB9}" srcOrd="0" destOrd="0" presId="urn:microsoft.com/office/officeart/2005/8/layout/vList2"/>
    <dgm:cxn modelId="{8E044B7C-B9AB-4BFC-97F0-312795BCA61E}" type="presOf" srcId="{39643118-A852-48BE-99A5-735CAF1060C5}" destId="{FAB9A387-07EC-49FA-9AD0-D19894E9136D}" srcOrd="0" destOrd="0" presId="urn:microsoft.com/office/officeart/2005/8/layout/vList2"/>
    <dgm:cxn modelId="{F89B0F7E-9C8F-4BA7-A748-85A7ED4216B2}" type="presOf" srcId="{E191DF7D-82DB-4FBD-A1C2-7614852F6552}" destId="{AE6E7E58-37FF-476F-8F84-8FF8C7E1C685}" srcOrd="0" destOrd="0" presId="urn:microsoft.com/office/officeart/2005/8/layout/vList2"/>
    <dgm:cxn modelId="{86C40E81-43B2-4BAE-A1BA-E4C3EE8A2DB4}" srcId="{9BA97B21-C2C9-4350-88F6-D48E1385C9DE}" destId="{EB02C50B-6562-4998-BB55-B04070277398}" srcOrd="0" destOrd="0" parTransId="{C318C6A9-B499-4588-9F86-76CECC5DB223}" sibTransId="{D2262F9F-04C1-4C8D-BA3A-F3103C1E8952}"/>
    <dgm:cxn modelId="{53FD0B82-0DD8-4953-A67D-E6A1221BB3F9}" srcId="{9BA97B21-C2C9-4350-88F6-D48E1385C9DE}" destId="{39643118-A852-48BE-99A5-735CAF1060C5}" srcOrd="1" destOrd="0" parTransId="{AA14023B-0C40-4991-80E6-6F839BB2BFFF}" sibTransId="{F3054C2E-F53C-4B89-A204-6FAD6162E5F6}"/>
    <dgm:cxn modelId="{1B33459E-E30A-4B0F-ADD2-7BC26277DBC1}" srcId="{9BA97B21-C2C9-4350-88F6-D48E1385C9DE}" destId="{6CEAAF79-327E-4350-8CF7-168CEC5A6989}" srcOrd="3" destOrd="0" parTransId="{532F9495-169C-4D64-A8B5-0E56C7EE1D9A}" sibTransId="{FF93CB22-A07D-4FAF-A84C-F866955B0484}"/>
    <dgm:cxn modelId="{029FA79E-4B43-4553-ABEE-76A91EB679B7}" type="presOf" srcId="{EB02C50B-6562-4998-BB55-B04070277398}" destId="{4A3EE258-7B47-445D-A367-FC651CA4C582}" srcOrd="0" destOrd="0" presId="urn:microsoft.com/office/officeart/2005/8/layout/vList2"/>
    <dgm:cxn modelId="{433AC2B9-765C-4912-AFF3-E22522A5AA0F}" type="presOf" srcId="{6CEAAF79-327E-4350-8CF7-168CEC5A6989}" destId="{801C7AF8-A123-435C-90E8-01BC127F919A}" srcOrd="0" destOrd="0" presId="urn:microsoft.com/office/officeart/2005/8/layout/vList2"/>
    <dgm:cxn modelId="{47B5AFE1-9BE3-43E1-9E4E-E5D1ACC06716}" srcId="{9BA97B21-C2C9-4350-88F6-D48E1385C9DE}" destId="{E191DF7D-82DB-4FBD-A1C2-7614852F6552}" srcOrd="2" destOrd="0" parTransId="{8100C097-CBD7-446D-B772-18F7D4E4CD0B}" sibTransId="{E73F7314-A288-49FE-8B13-DB7858F2F1B1}"/>
    <dgm:cxn modelId="{8F1FBEB0-BCAF-4F76-A93C-313C16E04A63}" type="presParOf" srcId="{30FE7849-C526-4BF4-A381-64E38EF33CB9}" destId="{4A3EE258-7B47-445D-A367-FC651CA4C582}" srcOrd="0" destOrd="0" presId="urn:microsoft.com/office/officeart/2005/8/layout/vList2"/>
    <dgm:cxn modelId="{D9C400D2-3B92-4759-943D-8A66453B3684}" type="presParOf" srcId="{30FE7849-C526-4BF4-A381-64E38EF33CB9}" destId="{940E50B7-57CD-48BA-A573-F8C7E0BA980B}" srcOrd="1" destOrd="0" presId="urn:microsoft.com/office/officeart/2005/8/layout/vList2"/>
    <dgm:cxn modelId="{FC7802B4-9A0A-458B-AA4E-9B1E91DB50FE}" type="presParOf" srcId="{30FE7849-C526-4BF4-A381-64E38EF33CB9}" destId="{FAB9A387-07EC-49FA-9AD0-D19894E9136D}" srcOrd="2" destOrd="0" presId="urn:microsoft.com/office/officeart/2005/8/layout/vList2"/>
    <dgm:cxn modelId="{1A301A91-6D18-4D16-9E15-A8B517907D35}" type="presParOf" srcId="{30FE7849-C526-4BF4-A381-64E38EF33CB9}" destId="{D1BF80C2-C88D-4B32-AC54-56A7B01C21DF}" srcOrd="3" destOrd="0" presId="urn:microsoft.com/office/officeart/2005/8/layout/vList2"/>
    <dgm:cxn modelId="{27FD37BD-0D0A-46C4-81B8-7CBEF33FA40C}" type="presParOf" srcId="{30FE7849-C526-4BF4-A381-64E38EF33CB9}" destId="{AE6E7E58-37FF-476F-8F84-8FF8C7E1C685}" srcOrd="4" destOrd="0" presId="urn:microsoft.com/office/officeart/2005/8/layout/vList2"/>
    <dgm:cxn modelId="{1D8C7702-50E3-4B76-A2BD-2380174D5871}" type="presParOf" srcId="{30FE7849-C526-4BF4-A381-64E38EF33CB9}" destId="{8B9BF4A2-F0CA-48C0-A339-5D29D554FDAC}" srcOrd="5" destOrd="0" presId="urn:microsoft.com/office/officeart/2005/8/layout/vList2"/>
    <dgm:cxn modelId="{2BFEEF69-18E8-466F-B277-16737D779AB4}" type="presParOf" srcId="{30FE7849-C526-4BF4-A381-64E38EF33CB9}" destId="{801C7AF8-A123-435C-90E8-01BC127F919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6C325F-43B3-4649-A552-D4CFDFCF764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072AF-6A84-407D-B829-F0A3A18103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Displays internship title + facility.</a:t>
          </a:r>
        </a:p>
      </dgm:t>
    </dgm:pt>
    <dgm:pt modelId="{DDC1324C-06FC-48CC-8B97-24A24A9C2F4A}" type="parTrans" cxnId="{4F860EFB-1D4C-4E7A-A88B-4559EB8029E9}">
      <dgm:prSet/>
      <dgm:spPr/>
      <dgm:t>
        <a:bodyPr/>
        <a:lstStyle/>
        <a:p>
          <a:endParaRPr lang="en-US"/>
        </a:p>
      </dgm:t>
    </dgm:pt>
    <dgm:pt modelId="{FB3F5808-8082-4B1C-8E69-376B9B9EABCC}" type="sibTrans" cxnId="{4F860EFB-1D4C-4E7A-A88B-4559EB8029E9}">
      <dgm:prSet/>
      <dgm:spPr/>
      <dgm:t>
        <a:bodyPr/>
        <a:lstStyle/>
        <a:p>
          <a:endParaRPr lang="en-US"/>
        </a:p>
      </dgm:t>
    </dgm:pt>
    <dgm:pt modelId="{D2F2F6D9-A69C-4F57-A1AB-142AE2381F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Shows status and submission dates.</a:t>
          </a:r>
        </a:p>
      </dgm:t>
    </dgm:pt>
    <dgm:pt modelId="{E0345BF2-1D76-44C1-A67A-9C0AF3DFD4D1}" type="parTrans" cxnId="{545C79CB-1FE9-4B01-9EE7-C3FD9CCD80A0}">
      <dgm:prSet/>
      <dgm:spPr/>
      <dgm:t>
        <a:bodyPr/>
        <a:lstStyle/>
        <a:p>
          <a:endParaRPr lang="en-US"/>
        </a:p>
      </dgm:t>
    </dgm:pt>
    <dgm:pt modelId="{4175638D-83A5-452B-B565-F35C71535CD1}" type="sibTrans" cxnId="{545C79CB-1FE9-4B01-9EE7-C3FD9CCD80A0}">
      <dgm:prSet/>
      <dgm:spPr/>
      <dgm:t>
        <a:bodyPr/>
        <a:lstStyle/>
        <a:p>
          <a:endParaRPr lang="en-US"/>
        </a:p>
      </dgm:t>
    </dgm:pt>
    <dgm:pt modelId="{4B49E300-B713-4A7A-B992-AB3CD91A5F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Provides link to uploaded resume.</a:t>
          </a:r>
        </a:p>
      </dgm:t>
    </dgm:pt>
    <dgm:pt modelId="{F2DA3913-4843-407F-BAAD-20144A76ADD3}" type="parTrans" cxnId="{8A152225-9D3D-42DC-905B-1B2B35E7A8E5}">
      <dgm:prSet/>
      <dgm:spPr/>
      <dgm:t>
        <a:bodyPr/>
        <a:lstStyle/>
        <a:p>
          <a:endParaRPr lang="en-US"/>
        </a:p>
      </dgm:t>
    </dgm:pt>
    <dgm:pt modelId="{60DA9F8F-2BAA-4929-8E72-5744683A747C}" type="sibTrans" cxnId="{8A152225-9D3D-42DC-905B-1B2B35E7A8E5}">
      <dgm:prSet/>
      <dgm:spPr/>
      <dgm:t>
        <a:bodyPr/>
        <a:lstStyle/>
        <a:p>
          <a:endParaRPr lang="en-US"/>
        </a:p>
      </dgm:t>
    </dgm:pt>
    <dgm:pt modelId="{879C00FD-4BBE-446C-80B9-60AEF4FFFD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Simple dashboard for students.</a:t>
          </a:r>
        </a:p>
      </dgm:t>
    </dgm:pt>
    <dgm:pt modelId="{C3087911-4F9B-4A6B-A267-EB98589EB18B}" type="parTrans" cxnId="{A6096BFB-F17F-4B65-8B3A-80F9308059A7}">
      <dgm:prSet/>
      <dgm:spPr/>
      <dgm:t>
        <a:bodyPr/>
        <a:lstStyle/>
        <a:p>
          <a:endParaRPr lang="en-US"/>
        </a:p>
      </dgm:t>
    </dgm:pt>
    <dgm:pt modelId="{A79492FD-680A-46DC-A6F9-A56E61B884C4}" type="sibTrans" cxnId="{A6096BFB-F17F-4B65-8B3A-80F9308059A7}">
      <dgm:prSet/>
      <dgm:spPr/>
      <dgm:t>
        <a:bodyPr/>
        <a:lstStyle/>
        <a:p>
          <a:endParaRPr lang="en-US"/>
        </a:p>
      </dgm:t>
    </dgm:pt>
    <dgm:pt modelId="{52A03795-0408-479C-BABC-FD4334D2A017}" type="pres">
      <dgm:prSet presAssocID="{306C325F-43B3-4649-A552-D4CFDFCF7649}" presName="root" presStyleCnt="0">
        <dgm:presLayoutVars>
          <dgm:dir/>
          <dgm:resizeHandles val="exact"/>
        </dgm:presLayoutVars>
      </dgm:prSet>
      <dgm:spPr/>
    </dgm:pt>
    <dgm:pt modelId="{E1002DE2-25E0-406E-97AA-569DD885F4D7}" type="pres">
      <dgm:prSet presAssocID="{4EC072AF-6A84-407D-B829-F0A3A1810351}" presName="compNode" presStyleCnt="0"/>
      <dgm:spPr/>
    </dgm:pt>
    <dgm:pt modelId="{F7AAF085-F3D3-447E-A10E-36AFAC73D770}" type="pres">
      <dgm:prSet presAssocID="{4EC072AF-6A84-407D-B829-F0A3A1810351}" presName="bgRect" presStyleLbl="bgShp" presStyleIdx="0" presStyleCnt="4"/>
      <dgm:spPr/>
    </dgm:pt>
    <dgm:pt modelId="{123F8E19-D4F4-4F0B-A839-09F9018173DB}" type="pres">
      <dgm:prSet presAssocID="{4EC072AF-6A84-407D-B829-F0A3A181035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654027C3-6F48-4DD4-825D-3C6BC4A654D1}" type="pres">
      <dgm:prSet presAssocID="{4EC072AF-6A84-407D-B829-F0A3A1810351}" presName="spaceRect" presStyleCnt="0"/>
      <dgm:spPr/>
    </dgm:pt>
    <dgm:pt modelId="{B0BB03C0-13E5-4308-88C1-C3DF5E8FD990}" type="pres">
      <dgm:prSet presAssocID="{4EC072AF-6A84-407D-B829-F0A3A1810351}" presName="parTx" presStyleLbl="revTx" presStyleIdx="0" presStyleCnt="4">
        <dgm:presLayoutVars>
          <dgm:chMax val="0"/>
          <dgm:chPref val="0"/>
        </dgm:presLayoutVars>
      </dgm:prSet>
      <dgm:spPr/>
    </dgm:pt>
    <dgm:pt modelId="{6AE7BFB9-7AA5-4A5A-9EDA-D2757934E9AD}" type="pres">
      <dgm:prSet presAssocID="{FB3F5808-8082-4B1C-8E69-376B9B9EABCC}" presName="sibTrans" presStyleCnt="0"/>
      <dgm:spPr/>
    </dgm:pt>
    <dgm:pt modelId="{FC6F8F0D-6DEF-4DC9-BE17-2D2E7EA42143}" type="pres">
      <dgm:prSet presAssocID="{D2F2F6D9-A69C-4F57-A1AB-142AE2381F78}" presName="compNode" presStyleCnt="0"/>
      <dgm:spPr/>
    </dgm:pt>
    <dgm:pt modelId="{696228B5-934E-4825-8873-AF4619078878}" type="pres">
      <dgm:prSet presAssocID="{D2F2F6D9-A69C-4F57-A1AB-142AE2381F78}" presName="bgRect" presStyleLbl="bgShp" presStyleIdx="1" presStyleCnt="4"/>
      <dgm:spPr/>
    </dgm:pt>
    <dgm:pt modelId="{4954DF1A-E5D7-499A-A200-440E937919B8}" type="pres">
      <dgm:prSet presAssocID="{D2F2F6D9-A69C-4F57-A1AB-142AE2381F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D69B05E9-327B-49D1-9C62-8813834E1361}" type="pres">
      <dgm:prSet presAssocID="{D2F2F6D9-A69C-4F57-A1AB-142AE2381F78}" presName="spaceRect" presStyleCnt="0"/>
      <dgm:spPr/>
    </dgm:pt>
    <dgm:pt modelId="{C61135D0-A419-48C8-92E4-1D115B155862}" type="pres">
      <dgm:prSet presAssocID="{D2F2F6D9-A69C-4F57-A1AB-142AE2381F78}" presName="parTx" presStyleLbl="revTx" presStyleIdx="1" presStyleCnt="4">
        <dgm:presLayoutVars>
          <dgm:chMax val="0"/>
          <dgm:chPref val="0"/>
        </dgm:presLayoutVars>
      </dgm:prSet>
      <dgm:spPr/>
    </dgm:pt>
    <dgm:pt modelId="{96908BF4-6A64-411F-866C-D60E769FD868}" type="pres">
      <dgm:prSet presAssocID="{4175638D-83A5-452B-B565-F35C71535CD1}" presName="sibTrans" presStyleCnt="0"/>
      <dgm:spPr/>
    </dgm:pt>
    <dgm:pt modelId="{0EDF6204-6B51-41D6-8DB7-7AD39ED0B2C9}" type="pres">
      <dgm:prSet presAssocID="{4B49E300-B713-4A7A-B992-AB3CD91A5F01}" presName="compNode" presStyleCnt="0"/>
      <dgm:spPr/>
    </dgm:pt>
    <dgm:pt modelId="{144AEA6D-FCC6-47E4-B516-B91A7F159749}" type="pres">
      <dgm:prSet presAssocID="{4B49E300-B713-4A7A-B992-AB3CD91A5F01}" presName="bgRect" presStyleLbl="bgShp" presStyleIdx="2" presStyleCnt="4"/>
      <dgm:spPr/>
    </dgm:pt>
    <dgm:pt modelId="{389AE2D3-7024-48C4-AA77-4E894F5AB1D4}" type="pres">
      <dgm:prSet presAssocID="{4B49E300-B713-4A7A-B992-AB3CD91A5F0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6666C4C-7E71-44AF-AA60-63A9DAEAC567}" type="pres">
      <dgm:prSet presAssocID="{4B49E300-B713-4A7A-B992-AB3CD91A5F01}" presName="spaceRect" presStyleCnt="0"/>
      <dgm:spPr/>
    </dgm:pt>
    <dgm:pt modelId="{DBF2F0C2-2C84-4463-89E5-B46ABDDF43D8}" type="pres">
      <dgm:prSet presAssocID="{4B49E300-B713-4A7A-B992-AB3CD91A5F01}" presName="parTx" presStyleLbl="revTx" presStyleIdx="2" presStyleCnt="4">
        <dgm:presLayoutVars>
          <dgm:chMax val="0"/>
          <dgm:chPref val="0"/>
        </dgm:presLayoutVars>
      </dgm:prSet>
      <dgm:spPr/>
    </dgm:pt>
    <dgm:pt modelId="{D983F1B6-6D3F-4B72-9EFC-5BCDC69C9631}" type="pres">
      <dgm:prSet presAssocID="{60DA9F8F-2BAA-4929-8E72-5744683A747C}" presName="sibTrans" presStyleCnt="0"/>
      <dgm:spPr/>
    </dgm:pt>
    <dgm:pt modelId="{C431A90C-71C5-49B3-9B48-37BB883546C1}" type="pres">
      <dgm:prSet presAssocID="{879C00FD-4BBE-446C-80B9-60AEF4FFFD99}" presName="compNode" presStyleCnt="0"/>
      <dgm:spPr/>
    </dgm:pt>
    <dgm:pt modelId="{6B3EDEDD-9913-45E7-A5EF-3596D06B2156}" type="pres">
      <dgm:prSet presAssocID="{879C00FD-4BBE-446C-80B9-60AEF4FFFD99}" presName="bgRect" presStyleLbl="bgShp" presStyleIdx="3" presStyleCnt="4"/>
      <dgm:spPr/>
    </dgm:pt>
    <dgm:pt modelId="{3957CA9D-59C9-4C7A-852F-A7F56DA548FE}" type="pres">
      <dgm:prSet presAssocID="{879C00FD-4BBE-446C-80B9-60AEF4FFFD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087DECD3-7DC5-46D5-AC56-37378008CBCD}" type="pres">
      <dgm:prSet presAssocID="{879C00FD-4BBE-446C-80B9-60AEF4FFFD99}" presName="spaceRect" presStyleCnt="0"/>
      <dgm:spPr/>
    </dgm:pt>
    <dgm:pt modelId="{FFEA9AA5-C267-4E0A-AB97-B963CD860CE7}" type="pres">
      <dgm:prSet presAssocID="{879C00FD-4BBE-446C-80B9-60AEF4FFFD9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A152225-9D3D-42DC-905B-1B2B35E7A8E5}" srcId="{306C325F-43B3-4649-A552-D4CFDFCF7649}" destId="{4B49E300-B713-4A7A-B992-AB3CD91A5F01}" srcOrd="2" destOrd="0" parTransId="{F2DA3913-4843-407F-BAAD-20144A76ADD3}" sibTransId="{60DA9F8F-2BAA-4929-8E72-5744683A747C}"/>
    <dgm:cxn modelId="{7B160039-29E4-4735-B8FB-E1179A7B64A8}" type="presOf" srcId="{4B49E300-B713-4A7A-B992-AB3CD91A5F01}" destId="{DBF2F0C2-2C84-4463-89E5-B46ABDDF43D8}" srcOrd="0" destOrd="0" presId="urn:microsoft.com/office/officeart/2018/2/layout/IconVerticalSolidList"/>
    <dgm:cxn modelId="{584EF35D-5FF0-4A2A-9511-AA6E03C2627D}" type="presOf" srcId="{4EC072AF-6A84-407D-B829-F0A3A1810351}" destId="{B0BB03C0-13E5-4308-88C1-C3DF5E8FD990}" srcOrd="0" destOrd="0" presId="urn:microsoft.com/office/officeart/2018/2/layout/IconVerticalSolidList"/>
    <dgm:cxn modelId="{AF8C268D-419B-4D76-A6DB-BC45A6B64118}" type="presOf" srcId="{306C325F-43B3-4649-A552-D4CFDFCF7649}" destId="{52A03795-0408-479C-BABC-FD4334D2A017}" srcOrd="0" destOrd="0" presId="urn:microsoft.com/office/officeart/2018/2/layout/IconVerticalSolidList"/>
    <dgm:cxn modelId="{7AC9E8BB-626F-4E79-B972-5BAF934AAD9C}" type="presOf" srcId="{D2F2F6D9-A69C-4F57-A1AB-142AE2381F78}" destId="{C61135D0-A419-48C8-92E4-1D115B155862}" srcOrd="0" destOrd="0" presId="urn:microsoft.com/office/officeart/2018/2/layout/IconVerticalSolidList"/>
    <dgm:cxn modelId="{545C79CB-1FE9-4B01-9EE7-C3FD9CCD80A0}" srcId="{306C325F-43B3-4649-A552-D4CFDFCF7649}" destId="{D2F2F6D9-A69C-4F57-A1AB-142AE2381F78}" srcOrd="1" destOrd="0" parTransId="{E0345BF2-1D76-44C1-A67A-9C0AF3DFD4D1}" sibTransId="{4175638D-83A5-452B-B565-F35C71535CD1}"/>
    <dgm:cxn modelId="{BF2C26DF-7AE5-402E-BCA3-8D08B4E99735}" type="presOf" srcId="{879C00FD-4BBE-446C-80B9-60AEF4FFFD99}" destId="{FFEA9AA5-C267-4E0A-AB97-B963CD860CE7}" srcOrd="0" destOrd="0" presId="urn:microsoft.com/office/officeart/2018/2/layout/IconVerticalSolidList"/>
    <dgm:cxn modelId="{4F860EFB-1D4C-4E7A-A88B-4559EB8029E9}" srcId="{306C325F-43B3-4649-A552-D4CFDFCF7649}" destId="{4EC072AF-6A84-407D-B829-F0A3A1810351}" srcOrd="0" destOrd="0" parTransId="{DDC1324C-06FC-48CC-8B97-24A24A9C2F4A}" sibTransId="{FB3F5808-8082-4B1C-8E69-376B9B9EABCC}"/>
    <dgm:cxn modelId="{A6096BFB-F17F-4B65-8B3A-80F9308059A7}" srcId="{306C325F-43B3-4649-A552-D4CFDFCF7649}" destId="{879C00FD-4BBE-446C-80B9-60AEF4FFFD99}" srcOrd="3" destOrd="0" parTransId="{C3087911-4F9B-4A6B-A267-EB98589EB18B}" sibTransId="{A79492FD-680A-46DC-A6F9-A56E61B884C4}"/>
    <dgm:cxn modelId="{F65482A7-DD0A-455E-951C-6B2EA5492B9B}" type="presParOf" srcId="{52A03795-0408-479C-BABC-FD4334D2A017}" destId="{E1002DE2-25E0-406E-97AA-569DD885F4D7}" srcOrd="0" destOrd="0" presId="urn:microsoft.com/office/officeart/2018/2/layout/IconVerticalSolidList"/>
    <dgm:cxn modelId="{A24DA96C-853C-41F6-BBC1-B377B3D4B222}" type="presParOf" srcId="{E1002DE2-25E0-406E-97AA-569DD885F4D7}" destId="{F7AAF085-F3D3-447E-A10E-36AFAC73D770}" srcOrd="0" destOrd="0" presId="urn:microsoft.com/office/officeart/2018/2/layout/IconVerticalSolidList"/>
    <dgm:cxn modelId="{2A955C97-5BD8-423D-A572-176386D9A56F}" type="presParOf" srcId="{E1002DE2-25E0-406E-97AA-569DD885F4D7}" destId="{123F8E19-D4F4-4F0B-A839-09F9018173DB}" srcOrd="1" destOrd="0" presId="urn:microsoft.com/office/officeart/2018/2/layout/IconVerticalSolidList"/>
    <dgm:cxn modelId="{B3B5462E-0F86-4E53-801B-5FC12CC30B5F}" type="presParOf" srcId="{E1002DE2-25E0-406E-97AA-569DD885F4D7}" destId="{654027C3-6F48-4DD4-825D-3C6BC4A654D1}" srcOrd="2" destOrd="0" presId="urn:microsoft.com/office/officeart/2018/2/layout/IconVerticalSolidList"/>
    <dgm:cxn modelId="{431FE7C8-B968-4991-92A2-3AC954CDF893}" type="presParOf" srcId="{E1002DE2-25E0-406E-97AA-569DD885F4D7}" destId="{B0BB03C0-13E5-4308-88C1-C3DF5E8FD990}" srcOrd="3" destOrd="0" presId="urn:microsoft.com/office/officeart/2018/2/layout/IconVerticalSolidList"/>
    <dgm:cxn modelId="{92A439E2-F518-4752-93A9-269ED26872D8}" type="presParOf" srcId="{52A03795-0408-479C-BABC-FD4334D2A017}" destId="{6AE7BFB9-7AA5-4A5A-9EDA-D2757934E9AD}" srcOrd="1" destOrd="0" presId="urn:microsoft.com/office/officeart/2018/2/layout/IconVerticalSolidList"/>
    <dgm:cxn modelId="{5996E3DD-DA4D-49F2-A583-87899D9B9115}" type="presParOf" srcId="{52A03795-0408-479C-BABC-FD4334D2A017}" destId="{FC6F8F0D-6DEF-4DC9-BE17-2D2E7EA42143}" srcOrd="2" destOrd="0" presId="urn:microsoft.com/office/officeart/2018/2/layout/IconVerticalSolidList"/>
    <dgm:cxn modelId="{C2DB09C5-AC37-4AF3-899D-7B13ACBC5DE4}" type="presParOf" srcId="{FC6F8F0D-6DEF-4DC9-BE17-2D2E7EA42143}" destId="{696228B5-934E-4825-8873-AF4619078878}" srcOrd="0" destOrd="0" presId="urn:microsoft.com/office/officeart/2018/2/layout/IconVerticalSolidList"/>
    <dgm:cxn modelId="{0583A330-1075-4745-A5EC-031DF7F83F19}" type="presParOf" srcId="{FC6F8F0D-6DEF-4DC9-BE17-2D2E7EA42143}" destId="{4954DF1A-E5D7-499A-A200-440E937919B8}" srcOrd="1" destOrd="0" presId="urn:microsoft.com/office/officeart/2018/2/layout/IconVerticalSolidList"/>
    <dgm:cxn modelId="{B571ACD9-1A2E-479D-9935-535D4FA89F63}" type="presParOf" srcId="{FC6F8F0D-6DEF-4DC9-BE17-2D2E7EA42143}" destId="{D69B05E9-327B-49D1-9C62-8813834E1361}" srcOrd="2" destOrd="0" presId="urn:microsoft.com/office/officeart/2018/2/layout/IconVerticalSolidList"/>
    <dgm:cxn modelId="{533406C2-60F8-4EA2-BD7E-8B11A98DE1C1}" type="presParOf" srcId="{FC6F8F0D-6DEF-4DC9-BE17-2D2E7EA42143}" destId="{C61135D0-A419-48C8-92E4-1D115B155862}" srcOrd="3" destOrd="0" presId="urn:microsoft.com/office/officeart/2018/2/layout/IconVerticalSolidList"/>
    <dgm:cxn modelId="{7C0CAB67-7118-4339-BD0D-4C29E2345FB2}" type="presParOf" srcId="{52A03795-0408-479C-BABC-FD4334D2A017}" destId="{96908BF4-6A64-411F-866C-D60E769FD868}" srcOrd="3" destOrd="0" presId="urn:microsoft.com/office/officeart/2018/2/layout/IconVerticalSolidList"/>
    <dgm:cxn modelId="{C85F4DF6-88D5-4787-9FD2-3F85B34DFC0A}" type="presParOf" srcId="{52A03795-0408-479C-BABC-FD4334D2A017}" destId="{0EDF6204-6B51-41D6-8DB7-7AD39ED0B2C9}" srcOrd="4" destOrd="0" presId="urn:microsoft.com/office/officeart/2018/2/layout/IconVerticalSolidList"/>
    <dgm:cxn modelId="{FC474E00-277B-4AE3-BDC1-A7D9EEE734A0}" type="presParOf" srcId="{0EDF6204-6B51-41D6-8DB7-7AD39ED0B2C9}" destId="{144AEA6D-FCC6-47E4-B516-B91A7F159749}" srcOrd="0" destOrd="0" presId="urn:microsoft.com/office/officeart/2018/2/layout/IconVerticalSolidList"/>
    <dgm:cxn modelId="{8360CBB8-6AFE-4347-8167-40C325081081}" type="presParOf" srcId="{0EDF6204-6B51-41D6-8DB7-7AD39ED0B2C9}" destId="{389AE2D3-7024-48C4-AA77-4E894F5AB1D4}" srcOrd="1" destOrd="0" presId="urn:microsoft.com/office/officeart/2018/2/layout/IconVerticalSolidList"/>
    <dgm:cxn modelId="{104ACDFB-1CE6-4E3D-A572-7B07C190C0D2}" type="presParOf" srcId="{0EDF6204-6B51-41D6-8DB7-7AD39ED0B2C9}" destId="{A6666C4C-7E71-44AF-AA60-63A9DAEAC567}" srcOrd="2" destOrd="0" presId="urn:microsoft.com/office/officeart/2018/2/layout/IconVerticalSolidList"/>
    <dgm:cxn modelId="{6153EA42-F891-4F6B-A8A7-AC66E41B750C}" type="presParOf" srcId="{0EDF6204-6B51-41D6-8DB7-7AD39ED0B2C9}" destId="{DBF2F0C2-2C84-4463-89E5-B46ABDDF43D8}" srcOrd="3" destOrd="0" presId="urn:microsoft.com/office/officeart/2018/2/layout/IconVerticalSolidList"/>
    <dgm:cxn modelId="{447C74AA-53AB-444D-9CE4-863CDA4D4E55}" type="presParOf" srcId="{52A03795-0408-479C-BABC-FD4334D2A017}" destId="{D983F1B6-6D3F-4B72-9EFC-5BCDC69C9631}" srcOrd="5" destOrd="0" presId="urn:microsoft.com/office/officeart/2018/2/layout/IconVerticalSolidList"/>
    <dgm:cxn modelId="{DF4F6F41-6F8A-411D-842F-50AD774B3BC5}" type="presParOf" srcId="{52A03795-0408-479C-BABC-FD4334D2A017}" destId="{C431A90C-71C5-49B3-9B48-37BB883546C1}" srcOrd="6" destOrd="0" presId="urn:microsoft.com/office/officeart/2018/2/layout/IconVerticalSolidList"/>
    <dgm:cxn modelId="{EBC1C1C6-525F-4583-9B4E-14FF1D9FF960}" type="presParOf" srcId="{C431A90C-71C5-49B3-9B48-37BB883546C1}" destId="{6B3EDEDD-9913-45E7-A5EF-3596D06B2156}" srcOrd="0" destOrd="0" presId="urn:microsoft.com/office/officeart/2018/2/layout/IconVerticalSolidList"/>
    <dgm:cxn modelId="{F74778BC-017A-4291-8F0A-FD3622ED415F}" type="presParOf" srcId="{C431A90C-71C5-49B3-9B48-37BB883546C1}" destId="{3957CA9D-59C9-4C7A-852F-A7F56DA548FE}" srcOrd="1" destOrd="0" presId="urn:microsoft.com/office/officeart/2018/2/layout/IconVerticalSolidList"/>
    <dgm:cxn modelId="{8A645BF1-5AD5-4B7F-B033-14BB33DFA924}" type="presParOf" srcId="{C431A90C-71C5-49B3-9B48-37BB883546C1}" destId="{087DECD3-7DC5-46D5-AC56-37378008CBCD}" srcOrd="2" destOrd="0" presId="urn:microsoft.com/office/officeart/2018/2/layout/IconVerticalSolidList"/>
    <dgm:cxn modelId="{BBFB0307-A360-4FFF-B69A-0C15C8ADB675}" type="presParOf" srcId="{C431A90C-71C5-49B3-9B48-37BB883546C1}" destId="{FFEA9AA5-C267-4E0A-AB97-B963CD860C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1932E5-2317-4D3B-8CD9-AF7F96C047D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68C786A-0840-4745-A891-4309D10A585D}">
      <dgm:prSet/>
      <dgm:spPr/>
      <dgm:t>
        <a:bodyPr/>
        <a:lstStyle/>
        <a:p>
          <a:r>
            <a:rPr lang="en-US"/>
            <a:t>• Prepared statements prevent SQL injection.</a:t>
          </a:r>
        </a:p>
      </dgm:t>
    </dgm:pt>
    <dgm:pt modelId="{F223EB99-FD5B-4393-BBBA-3D3D564A25BA}" type="parTrans" cxnId="{00EDEF82-8D72-48B4-80EC-EE1C3DF10253}">
      <dgm:prSet/>
      <dgm:spPr/>
      <dgm:t>
        <a:bodyPr/>
        <a:lstStyle/>
        <a:p>
          <a:endParaRPr lang="en-US"/>
        </a:p>
      </dgm:t>
    </dgm:pt>
    <dgm:pt modelId="{61307E27-F631-4DED-A2D2-4750306B5141}" type="sibTrans" cxnId="{00EDEF82-8D72-48B4-80EC-EE1C3DF10253}">
      <dgm:prSet/>
      <dgm:spPr/>
      <dgm:t>
        <a:bodyPr/>
        <a:lstStyle/>
        <a:p>
          <a:endParaRPr lang="en-US"/>
        </a:p>
      </dgm:t>
    </dgm:pt>
    <dgm:pt modelId="{3D0FA20F-1638-41E0-88B6-4F7A190F392E}">
      <dgm:prSet/>
      <dgm:spPr/>
      <dgm:t>
        <a:bodyPr/>
        <a:lstStyle/>
        <a:p>
          <a:r>
            <a:rPr lang="en-US"/>
            <a:t>• File validation prevents risky uploads.</a:t>
          </a:r>
        </a:p>
      </dgm:t>
    </dgm:pt>
    <dgm:pt modelId="{966EE9B8-81B1-4B44-A19D-B1340996027E}" type="parTrans" cxnId="{C394DBB0-8ACF-4394-AA95-E3845C1BA0A2}">
      <dgm:prSet/>
      <dgm:spPr/>
      <dgm:t>
        <a:bodyPr/>
        <a:lstStyle/>
        <a:p>
          <a:endParaRPr lang="en-US"/>
        </a:p>
      </dgm:t>
    </dgm:pt>
    <dgm:pt modelId="{344AB9BD-224A-44BA-9DE0-514073161E13}" type="sibTrans" cxnId="{C394DBB0-8ACF-4394-AA95-E3845C1BA0A2}">
      <dgm:prSet/>
      <dgm:spPr/>
      <dgm:t>
        <a:bodyPr/>
        <a:lstStyle/>
        <a:p>
          <a:endParaRPr lang="en-US"/>
        </a:p>
      </dgm:t>
    </dgm:pt>
    <dgm:pt modelId="{88C1B65C-CDFC-46AE-84E0-64E7275D80CB}">
      <dgm:prSet/>
      <dgm:spPr/>
      <dgm:t>
        <a:bodyPr/>
        <a:lstStyle/>
        <a:p>
          <a:r>
            <a:rPr lang="en-US"/>
            <a:t>• Session-based access control.</a:t>
          </a:r>
        </a:p>
      </dgm:t>
    </dgm:pt>
    <dgm:pt modelId="{C50C6999-3E32-4B9D-B311-5B507CD3B320}" type="parTrans" cxnId="{DF79A7ED-6B09-4EB5-B5F2-D7EEE4D51556}">
      <dgm:prSet/>
      <dgm:spPr/>
      <dgm:t>
        <a:bodyPr/>
        <a:lstStyle/>
        <a:p>
          <a:endParaRPr lang="en-US"/>
        </a:p>
      </dgm:t>
    </dgm:pt>
    <dgm:pt modelId="{7CB02962-870A-4E2F-B678-64C098B53478}" type="sibTrans" cxnId="{DF79A7ED-6B09-4EB5-B5F2-D7EEE4D51556}">
      <dgm:prSet/>
      <dgm:spPr/>
      <dgm:t>
        <a:bodyPr/>
        <a:lstStyle/>
        <a:p>
          <a:endParaRPr lang="en-US"/>
        </a:p>
      </dgm:t>
    </dgm:pt>
    <dgm:pt modelId="{EEFD992E-B2CF-4E88-A3CD-1564DED130C1}">
      <dgm:prSet/>
      <dgm:spPr/>
      <dgm:t>
        <a:bodyPr/>
        <a:lstStyle/>
        <a:p>
          <a:r>
            <a:rPr lang="en-US"/>
            <a:t>• Restricted upload directories.</a:t>
          </a:r>
        </a:p>
      </dgm:t>
    </dgm:pt>
    <dgm:pt modelId="{BE58A112-6220-4B76-AAE8-9713BED8981A}" type="parTrans" cxnId="{5CD78E4D-37E6-4C19-B6D3-6F18E734CFF3}">
      <dgm:prSet/>
      <dgm:spPr/>
      <dgm:t>
        <a:bodyPr/>
        <a:lstStyle/>
        <a:p>
          <a:endParaRPr lang="en-US"/>
        </a:p>
      </dgm:t>
    </dgm:pt>
    <dgm:pt modelId="{AEFC6562-A1F9-4565-8AF3-EFA9F6449B8E}" type="sibTrans" cxnId="{5CD78E4D-37E6-4C19-B6D3-6F18E734CFF3}">
      <dgm:prSet/>
      <dgm:spPr/>
      <dgm:t>
        <a:bodyPr/>
        <a:lstStyle/>
        <a:p>
          <a:endParaRPr lang="en-US"/>
        </a:p>
      </dgm:t>
    </dgm:pt>
    <dgm:pt modelId="{F28C1A34-F103-4E22-BD8F-70EEAE0E2252}" type="pres">
      <dgm:prSet presAssocID="{BD1932E5-2317-4D3B-8CD9-AF7F96C047DF}" presName="vert0" presStyleCnt="0">
        <dgm:presLayoutVars>
          <dgm:dir/>
          <dgm:animOne val="branch"/>
          <dgm:animLvl val="lvl"/>
        </dgm:presLayoutVars>
      </dgm:prSet>
      <dgm:spPr/>
    </dgm:pt>
    <dgm:pt modelId="{C7F2DED3-5868-405E-A067-5A5364D7C53E}" type="pres">
      <dgm:prSet presAssocID="{868C786A-0840-4745-A891-4309D10A585D}" presName="thickLine" presStyleLbl="alignNode1" presStyleIdx="0" presStyleCnt="4"/>
      <dgm:spPr/>
    </dgm:pt>
    <dgm:pt modelId="{5BFDB244-B2E7-4B42-97C4-18A81788CAC9}" type="pres">
      <dgm:prSet presAssocID="{868C786A-0840-4745-A891-4309D10A585D}" presName="horz1" presStyleCnt="0"/>
      <dgm:spPr/>
    </dgm:pt>
    <dgm:pt modelId="{59888C58-40AF-41E5-AC31-24429887D491}" type="pres">
      <dgm:prSet presAssocID="{868C786A-0840-4745-A891-4309D10A585D}" presName="tx1" presStyleLbl="revTx" presStyleIdx="0" presStyleCnt="4"/>
      <dgm:spPr/>
    </dgm:pt>
    <dgm:pt modelId="{FE309FFA-AC57-48C6-913E-E2EE0220C39F}" type="pres">
      <dgm:prSet presAssocID="{868C786A-0840-4745-A891-4309D10A585D}" presName="vert1" presStyleCnt="0"/>
      <dgm:spPr/>
    </dgm:pt>
    <dgm:pt modelId="{62BB36FA-CC77-49B3-B684-878D408BEBA1}" type="pres">
      <dgm:prSet presAssocID="{3D0FA20F-1638-41E0-88B6-4F7A190F392E}" presName="thickLine" presStyleLbl="alignNode1" presStyleIdx="1" presStyleCnt="4"/>
      <dgm:spPr/>
    </dgm:pt>
    <dgm:pt modelId="{6FD82549-A067-4337-9A2A-0837010B1227}" type="pres">
      <dgm:prSet presAssocID="{3D0FA20F-1638-41E0-88B6-4F7A190F392E}" presName="horz1" presStyleCnt="0"/>
      <dgm:spPr/>
    </dgm:pt>
    <dgm:pt modelId="{4F4688EB-B596-49C1-A09C-70D107391C61}" type="pres">
      <dgm:prSet presAssocID="{3D0FA20F-1638-41E0-88B6-4F7A190F392E}" presName="tx1" presStyleLbl="revTx" presStyleIdx="1" presStyleCnt="4"/>
      <dgm:spPr/>
    </dgm:pt>
    <dgm:pt modelId="{5B19C26A-CD61-482F-AF8A-D476577D30DB}" type="pres">
      <dgm:prSet presAssocID="{3D0FA20F-1638-41E0-88B6-4F7A190F392E}" presName="vert1" presStyleCnt="0"/>
      <dgm:spPr/>
    </dgm:pt>
    <dgm:pt modelId="{5EB527D5-3E96-4754-B5B7-D3872732E8F9}" type="pres">
      <dgm:prSet presAssocID="{88C1B65C-CDFC-46AE-84E0-64E7275D80CB}" presName="thickLine" presStyleLbl="alignNode1" presStyleIdx="2" presStyleCnt="4"/>
      <dgm:spPr/>
    </dgm:pt>
    <dgm:pt modelId="{57F6A182-6F49-4CEE-8B78-AA2F3AE7A089}" type="pres">
      <dgm:prSet presAssocID="{88C1B65C-CDFC-46AE-84E0-64E7275D80CB}" presName="horz1" presStyleCnt="0"/>
      <dgm:spPr/>
    </dgm:pt>
    <dgm:pt modelId="{391C2B7D-F75B-49C1-A370-B78B997C7184}" type="pres">
      <dgm:prSet presAssocID="{88C1B65C-CDFC-46AE-84E0-64E7275D80CB}" presName="tx1" presStyleLbl="revTx" presStyleIdx="2" presStyleCnt="4"/>
      <dgm:spPr/>
    </dgm:pt>
    <dgm:pt modelId="{993EBF76-360A-4AAA-8217-8CB2B514E1EC}" type="pres">
      <dgm:prSet presAssocID="{88C1B65C-CDFC-46AE-84E0-64E7275D80CB}" presName="vert1" presStyleCnt="0"/>
      <dgm:spPr/>
    </dgm:pt>
    <dgm:pt modelId="{07141F59-8892-4E51-B51F-4594E4E47746}" type="pres">
      <dgm:prSet presAssocID="{EEFD992E-B2CF-4E88-A3CD-1564DED130C1}" presName="thickLine" presStyleLbl="alignNode1" presStyleIdx="3" presStyleCnt="4"/>
      <dgm:spPr/>
    </dgm:pt>
    <dgm:pt modelId="{95A5543C-090E-4EC5-AA30-947B93424412}" type="pres">
      <dgm:prSet presAssocID="{EEFD992E-B2CF-4E88-A3CD-1564DED130C1}" presName="horz1" presStyleCnt="0"/>
      <dgm:spPr/>
    </dgm:pt>
    <dgm:pt modelId="{7CC84C3E-8695-49B6-8309-82FA0D1171A8}" type="pres">
      <dgm:prSet presAssocID="{EEFD992E-B2CF-4E88-A3CD-1564DED130C1}" presName="tx1" presStyleLbl="revTx" presStyleIdx="3" presStyleCnt="4"/>
      <dgm:spPr/>
    </dgm:pt>
    <dgm:pt modelId="{F91F6A70-4AD6-4163-8D71-0E672BA09BB2}" type="pres">
      <dgm:prSet presAssocID="{EEFD992E-B2CF-4E88-A3CD-1564DED130C1}" presName="vert1" presStyleCnt="0"/>
      <dgm:spPr/>
    </dgm:pt>
  </dgm:ptLst>
  <dgm:cxnLst>
    <dgm:cxn modelId="{867DFE2D-25F1-4C56-9659-7F626B15B6A7}" type="presOf" srcId="{868C786A-0840-4745-A891-4309D10A585D}" destId="{59888C58-40AF-41E5-AC31-24429887D491}" srcOrd="0" destOrd="0" presId="urn:microsoft.com/office/officeart/2008/layout/LinedList"/>
    <dgm:cxn modelId="{90BA5F3F-5DEF-4D75-8716-241CA0E3196B}" type="presOf" srcId="{88C1B65C-CDFC-46AE-84E0-64E7275D80CB}" destId="{391C2B7D-F75B-49C1-A370-B78B997C7184}" srcOrd="0" destOrd="0" presId="urn:microsoft.com/office/officeart/2008/layout/LinedList"/>
    <dgm:cxn modelId="{5CD78E4D-37E6-4C19-B6D3-6F18E734CFF3}" srcId="{BD1932E5-2317-4D3B-8CD9-AF7F96C047DF}" destId="{EEFD992E-B2CF-4E88-A3CD-1564DED130C1}" srcOrd="3" destOrd="0" parTransId="{BE58A112-6220-4B76-AAE8-9713BED8981A}" sibTransId="{AEFC6562-A1F9-4565-8AF3-EFA9F6449B8E}"/>
    <dgm:cxn modelId="{65EA1754-CAE4-4987-B9ED-1F591C26473A}" type="presOf" srcId="{3D0FA20F-1638-41E0-88B6-4F7A190F392E}" destId="{4F4688EB-B596-49C1-A09C-70D107391C61}" srcOrd="0" destOrd="0" presId="urn:microsoft.com/office/officeart/2008/layout/LinedList"/>
    <dgm:cxn modelId="{00EDEF82-8D72-48B4-80EC-EE1C3DF10253}" srcId="{BD1932E5-2317-4D3B-8CD9-AF7F96C047DF}" destId="{868C786A-0840-4745-A891-4309D10A585D}" srcOrd="0" destOrd="0" parTransId="{F223EB99-FD5B-4393-BBBA-3D3D564A25BA}" sibTransId="{61307E27-F631-4DED-A2D2-4750306B5141}"/>
    <dgm:cxn modelId="{A7C56F9C-D4C0-41CB-9EA9-088CCAC55EEA}" type="presOf" srcId="{EEFD992E-B2CF-4E88-A3CD-1564DED130C1}" destId="{7CC84C3E-8695-49B6-8309-82FA0D1171A8}" srcOrd="0" destOrd="0" presId="urn:microsoft.com/office/officeart/2008/layout/LinedList"/>
    <dgm:cxn modelId="{C394DBB0-8ACF-4394-AA95-E3845C1BA0A2}" srcId="{BD1932E5-2317-4D3B-8CD9-AF7F96C047DF}" destId="{3D0FA20F-1638-41E0-88B6-4F7A190F392E}" srcOrd="1" destOrd="0" parTransId="{966EE9B8-81B1-4B44-A19D-B1340996027E}" sibTransId="{344AB9BD-224A-44BA-9DE0-514073161E13}"/>
    <dgm:cxn modelId="{D2C318CC-AAD3-4175-9EA1-13DF648F630D}" type="presOf" srcId="{BD1932E5-2317-4D3B-8CD9-AF7F96C047DF}" destId="{F28C1A34-F103-4E22-BD8F-70EEAE0E2252}" srcOrd="0" destOrd="0" presId="urn:microsoft.com/office/officeart/2008/layout/LinedList"/>
    <dgm:cxn modelId="{DF79A7ED-6B09-4EB5-B5F2-D7EEE4D51556}" srcId="{BD1932E5-2317-4D3B-8CD9-AF7F96C047DF}" destId="{88C1B65C-CDFC-46AE-84E0-64E7275D80CB}" srcOrd="2" destOrd="0" parTransId="{C50C6999-3E32-4B9D-B311-5B507CD3B320}" sibTransId="{7CB02962-870A-4E2F-B678-64C098B53478}"/>
    <dgm:cxn modelId="{727930CF-A77F-4764-BFC1-35BE1EF05D90}" type="presParOf" srcId="{F28C1A34-F103-4E22-BD8F-70EEAE0E2252}" destId="{C7F2DED3-5868-405E-A067-5A5364D7C53E}" srcOrd="0" destOrd="0" presId="urn:microsoft.com/office/officeart/2008/layout/LinedList"/>
    <dgm:cxn modelId="{C7278415-D6FE-46F8-9C3E-09C1DD0CEF59}" type="presParOf" srcId="{F28C1A34-F103-4E22-BD8F-70EEAE0E2252}" destId="{5BFDB244-B2E7-4B42-97C4-18A81788CAC9}" srcOrd="1" destOrd="0" presId="urn:microsoft.com/office/officeart/2008/layout/LinedList"/>
    <dgm:cxn modelId="{0D431BD3-43B3-4441-9139-CFC9FB2D690B}" type="presParOf" srcId="{5BFDB244-B2E7-4B42-97C4-18A81788CAC9}" destId="{59888C58-40AF-41E5-AC31-24429887D491}" srcOrd="0" destOrd="0" presId="urn:microsoft.com/office/officeart/2008/layout/LinedList"/>
    <dgm:cxn modelId="{13A9CC7E-D085-4521-B650-FC6CBAA83F8F}" type="presParOf" srcId="{5BFDB244-B2E7-4B42-97C4-18A81788CAC9}" destId="{FE309FFA-AC57-48C6-913E-E2EE0220C39F}" srcOrd="1" destOrd="0" presId="urn:microsoft.com/office/officeart/2008/layout/LinedList"/>
    <dgm:cxn modelId="{8553FD9D-719E-4D34-84D2-8D2C31027D4B}" type="presParOf" srcId="{F28C1A34-F103-4E22-BD8F-70EEAE0E2252}" destId="{62BB36FA-CC77-49B3-B684-878D408BEBA1}" srcOrd="2" destOrd="0" presId="urn:microsoft.com/office/officeart/2008/layout/LinedList"/>
    <dgm:cxn modelId="{75C3AFA4-714C-4AEA-9E16-C750D4551B4D}" type="presParOf" srcId="{F28C1A34-F103-4E22-BD8F-70EEAE0E2252}" destId="{6FD82549-A067-4337-9A2A-0837010B1227}" srcOrd="3" destOrd="0" presId="urn:microsoft.com/office/officeart/2008/layout/LinedList"/>
    <dgm:cxn modelId="{6DBD1715-9539-44BD-A6B1-4973FA97DFB5}" type="presParOf" srcId="{6FD82549-A067-4337-9A2A-0837010B1227}" destId="{4F4688EB-B596-49C1-A09C-70D107391C61}" srcOrd="0" destOrd="0" presId="urn:microsoft.com/office/officeart/2008/layout/LinedList"/>
    <dgm:cxn modelId="{522898DC-BF6F-4FD5-95CE-6D70F0E83B3A}" type="presParOf" srcId="{6FD82549-A067-4337-9A2A-0837010B1227}" destId="{5B19C26A-CD61-482F-AF8A-D476577D30DB}" srcOrd="1" destOrd="0" presId="urn:microsoft.com/office/officeart/2008/layout/LinedList"/>
    <dgm:cxn modelId="{0CB33030-7A2C-4EC6-9887-E0B338746874}" type="presParOf" srcId="{F28C1A34-F103-4E22-BD8F-70EEAE0E2252}" destId="{5EB527D5-3E96-4754-B5B7-D3872732E8F9}" srcOrd="4" destOrd="0" presId="urn:microsoft.com/office/officeart/2008/layout/LinedList"/>
    <dgm:cxn modelId="{42EC8CE3-F471-4E37-9DC3-84738A4EF74A}" type="presParOf" srcId="{F28C1A34-F103-4E22-BD8F-70EEAE0E2252}" destId="{57F6A182-6F49-4CEE-8B78-AA2F3AE7A089}" srcOrd="5" destOrd="0" presId="urn:microsoft.com/office/officeart/2008/layout/LinedList"/>
    <dgm:cxn modelId="{32B21E72-4BB3-450F-A70D-E0DF1783BC65}" type="presParOf" srcId="{57F6A182-6F49-4CEE-8B78-AA2F3AE7A089}" destId="{391C2B7D-F75B-49C1-A370-B78B997C7184}" srcOrd="0" destOrd="0" presId="urn:microsoft.com/office/officeart/2008/layout/LinedList"/>
    <dgm:cxn modelId="{004CFEDF-66F8-4752-8FA6-DD2C697BEE09}" type="presParOf" srcId="{57F6A182-6F49-4CEE-8B78-AA2F3AE7A089}" destId="{993EBF76-360A-4AAA-8217-8CB2B514E1EC}" srcOrd="1" destOrd="0" presId="urn:microsoft.com/office/officeart/2008/layout/LinedList"/>
    <dgm:cxn modelId="{6EE989B6-AA6D-43DE-81B3-BC1764EFB375}" type="presParOf" srcId="{F28C1A34-F103-4E22-BD8F-70EEAE0E2252}" destId="{07141F59-8892-4E51-B51F-4594E4E47746}" srcOrd="6" destOrd="0" presId="urn:microsoft.com/office/officeart/2008/layout/LinedList"/>
    <dgm:cxn modelId="{97EE123C-CE66-47FD-8AAE-1B26A3D53285}" type="presParOf" srcId="{F28C1A34-F103-4E22-BD8F-70EEAE0E2252}" destId="{95A5543C-090E-4EC5-AA30-947B93424412}" srcOrd="7" destOrd="0" presId="urn:microsoft.com/office/officeart/2008/layout/LinedList"/>
    <dgm:cxn modelId="{99000869-3AC4-4F58-9D1C-39C3D4FDA118}" type="presParOf" srcId="{95A5543C-090E-4EC5-AA30-947B93424412}" destId="{7CC84C3E-8695-49B6-8309-82FA0D1171A8}" srcOrd="0" destOrd="0" presId="urn:microsoft.com/office/officeart/2008/layout/LinedList"/>
    <dgm:cxn modelId="{8B82A0F1-A223-4DA9-9658-DB5FC507CE8F}" type="presParOf" srcId="{95A5543C-090E-4EC5-AA30-947B93424412}" destId="{F91F6A70-4AD6-4163-8D71-0E672BA09B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C63B25-D27D-4A69-B1D5-64DEB53CCAE8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CC9DB2C-0603-4A05-B530-DDAB035BCE10}">
      <dgm:prSet/>
      <dgm:spPr/>
      <dgm:t>
        <a:bodyPr/>
        <a:lstStyle/>
        <a:p>
          <a:r>
            <a:rPr lang="en-US"/>
            <a:t>• Login with valid/invalid data.</a:t>
          </a:r>
        </a:p>
      </dgm:t>
    </dgm:pt>
    <dgm:pt modelId="{BA59ACB6-8A3B-4EDA-8E53-C39A4D6581CA}" type="parTrans" cxnId="{3F80CBDB-6080-4CF2-9A04-B1136C327ACA}">
      <dgm:prSet/>
      <dgm:spPr/>
      <dgm:t>
        <a:bodyPr/>
        <a:lstStyle/>
        <a:p>
          <a:endParaRPr lang="en-US"/>
        </a:p>
      </dgm:t>
    </dgm:pt>
    <dgm:pt modelId="{FC28C9BD-66EB-4FFA-8267-5ADE9216A132}" type="sibTrans" cxnId="{3F80CBDB-6080-4CF2-9A04-B1136C327ACA}">
      <dgm:prSet/>
      <dgm:spPr/>
      <dgm:t>
        <a:bodyPr/>
        <a:lstStyle/>
        <a:p>
          <a:endParaRPr lang="en-US"/>
        </a:p>
      </dgm:t>
    </dgm:pt>
    <dgm:pt modelId="{B16D153C-68D2-4AA7-BE3D-1F6AF4435A13}">
      <dgm:prSet/>
      <dgm:spPr/>
      <dgm:t>
        <a:bodyPr/>
        <a:lstStyle/>
        <a:p>
          <a:r>
            <a:rPr lang="en-US"/>
            <a:t>• Application submission test cases.</a:t>
          </a:r>
        </a:p>
      </dgm:t>
    </dgm:pt>
    <dgm:pt modelId="{4CC0D7EE-8B76-4D58-BCE6-027A380A5982}" type="parTrans" cxnId="{7635C604-2F0D-417E-BBF0-52911382E3B1}">
      <dgm:prSet/>
      <dgm:spPr/>
      <dgm:t>
        <a:bodyPr/>
        <a:lstStyle/>
        <a:p>
          <a:endParaRPr lang="en-US"/>
        </a:p>
      </dgm:t>
    </dgm:pt>
    <dgm:pt modelId="{F5B58D59-2EFF-4932-A6F7-D2FE3AE627EE}" type="sibTrans" cxnId="{7635C604-2F0D-417E-BBF0-52911382E3B1}">
      <dgm:prSet/>
      <dgm:spPr/>
      <dgm:t>
        <a:bodyPr/>
        <a:lstStyle/>
        <a:p>
          <a:endParaRPr lang="en-US"/>
        </a:p>
      </dgm:t>
    </dgm:pt>
    <dgm:pt modelId="{72706D50-7241-4ACA-9C8E-9CC375456EFF}">
      <dgm:prSet/>
      <dgm:spPr/>
      <dgm:t>
        <a:bodyPr/>
        <a:lstStyle/>
        <a:p>
          <a:r>
            <a:rPr lang="en-US"/>
            <a:t>• File upload validation tests.</a:t>
          </a:r>
        </a:p>
      </dgm:t>
    </dgm:pt>
    <dgm:pt modelId="{61FABD85-6277-4A3E-8178-B320CEE7010F}" type="parTrans" cxnId="{534FE517-BCF1-4B18-8A3A-889F9DDE0260}">
      <dgm:prSet/>
      <dgm:spPr/>
      <dgm:t>
        <a:bodyPr/>
        <a:lstStyle/>
        <a:p>
          <a:endParaRPr lang="en-US"/>
        </a:p>
      </dgm:t>
    </dgm:pt>
    <dgm:pt modelId="{00B94698-6627-4A3C-BD09-7E170088FF2E}" type="sibTrans" cxnId="{534FE517-BCF1-4B18-8A3A-889F9DDE0260}">
      <dgm:prSet/>
      <dgm:spPr/>
      <dgm:t>
        <a:bodyPr/>
        <a:lstStyle/>
        <a:p>
          <a:endParaRPr lang="en-US"/>
        </a:p>
      </dgm:t>
    </dgm:pt>
    <dgm:pt modelId="{38726D0B-FB98-4175-9FEB-721B57DF247A}">
      <dgm:prSet/>
      <dgm:spPr/>
      <dgm:t>
        <a:bodyPr/>
        <a:lstStyle/>
        <a:p>
          <a:r>
            <a:rPr lang="en-US"/>
            <a:t>• Database insert checks.</a:t>
          </a:r>
        </a:p>
      </dgm:t>
    </dgm:pt>
    <dgm:pt modelId="{09F295E8-34DC-4311-8B78-EAB532F7842F}" type="parTrans" cxnId="{AE2B33F8-699C-49D4-B548-8235182BD18E}">
      <dgm:prSet/>
      <dgm:spPr/>
      <dgm:t>
        <a:bodyPr/>
        <a:lstStyle/>
        <a:p>
          <a:endParaRPr lang="en-US"/>
        </a:p>
      </dgm:t>
    </dgm:pt>
    <dgm:pt modelId="{B3733126-3CEE-496E-BA0B-EBFA0EFBB960}" type="sibTrans" cxnId="{AE2B33F8-699C-49D4-B548-8235182BD18E}">
      <dgm:prSet/>
      <dgm:spPr/>
      <dgm:t>
        <a:bodyPr/>
        <a:lstStyle/>
        <a:p>
          <a:endParaRPr lang="en-US"/>
        </a:p>
      </dgm:t>
    </dgm:pt>
    <dgm:pt modelId="{B43D68AF-FF53-4E22-811D-7819E3AB99D6}">
      <dgm:prSet/>
      <dgm:spPr/>
      <dgm:t>
        <a:bodyPr/>
        <a:lstStyle/>
        <a:p>
          <a:r>
            <a:rPr lang="en-US"/>
            <a:t>• Student tracker visual tests.</a:t>
          </a:r>
        </a:p>
      </dgm:t>
    </dgm:pt>
    <dgm:pt modelId="{0FCBE1EC-74D8-41AB-8379-15FA4DB36757}" type="parTrans" cxnId="{FBE99CD7-D859-45FC-B8F5-36E3ADB8E04B}">
      <dgm:prSet/>
      <dgm:spPr/>
      <dgm:t>
        <a:bodyPr/>
        <a:lstStyle/>
        <a:p>
          <a:endParaRPr lang="en-US"/>
        </a:p>
      </dgm:t>
    </dgm:pt>
    <dgm:pt modelId="{AA59554C-232F-456B-B35D-8EBAB112B7A7}" type="sibTrans" cxnId="{FBE99CD7-D859-45FC-B8F5-36E3ADB8E04B}">
      <dgm:prSet/>
      <dgm:spPr/>
      <dgm:t>
        <a:bodyPr/>
        <a:lstStyle/>
        <a:p>
          <a:endParaRPr lang="en-US"/>
        </a:p>
      </dgm:t>
    </dgm:pt>
    <dgm:pt modelId="{89F4A36C-ED05-47B0-82DC-4AC256A1F99D}" type="pres">
      <dgm:prSet presAssocID="{71C63B25-D27D-4A69-B1D5-64DEB53CCAE8}" presName="vert0" presStyleCnt="0">
        <dgm:presLayoutVars>
          <dgm:dir/>
          <dgm:animOne val="branch"/>
          <dgm:animLvl val="lvl"/>
        </dgm:presLayoutVars>
      </dgm:prSet>
      <dgm:spPr/>
    </dgm:pt>
    <dgm:pt modelId="{FB3F1EE0-0A05-4DF3-9B5D-27B0B9ABC44F}" type="pres">
      <dgm:prSet presAssocID="{1CC9DB2C-0603-4A05-B530-DDAB035BCE10}" presName="thickLine" presStyleLbl="alignNode1" presStyleIdx="0" presStyleCnt="5"/>
      <dgm:spPr/>
    </dgm:pt>
    <dgm:pt modelId="{212F0801-A327-4D16-941D-E1E426B21CB7}" type="pres">
      <dgm:prSet presAssocID="{1CC9DB2C-0603-4A05-B530-DDAB035BCE10}" presName="horz1" presStyleCnt="0"/>
      <dgm:spPr/>
    </dgm:pt>
    <dgm:pt modelId="{798172F4-729F-43F7-ACB9-E6681C273C6D}" type="pres">
      <dgm:prSet presAssocID="{1CC9DB2C-0603-4A05-B530-DDAB035BCE10}" presName="tx1" presStyleLbl="revTx" presStyleIdx="0" presStyleCnt="5"/>
      <dgm:spPr/>
    </dgm:pt>
    <dgm:pt modelId="{1884EB9D-E677-4C4E-9AD7-3D6F62B760DE}" type="pres">
      <dgm:prSet presAssocID="{1CC9DB2C-0603-4A05-B530-DDAB035BCE10}" presName="vert1" presStyleCnt="0"/>
      <dgm:spPr/>
    </dgm:pt>
    <dgm:pt modelId="{38806652-5A22-401F-8E35-B5C7D3F103C9}" type="pres">
      <dgm:prSet presAssocID="{B16D153C-68D2-4AA7-BE3D-1F6AF4435A13}" presName="thickLine" presStyleLbl="alignNode1" presStyleIdx="1" presStyleCnt="5"/>
      <dgm:spPr/>
    </dgm:pt>
    <dgm:pt modelId="{99AFDDA8-2FEA-4E9F-BD6E-3D886A0392D8}" type="pres">
      <dgm:prSet presAssocID="{B16D153C-68D2-4AA7-BE3D-1F6AF4435A13}" presName="horz1" presStyleCnt="0"/>
      <dgm:spPr/>
    </dgm:pt>
    <dgm:pt modelId="{9AAF2F9B-2A7E-44A0-A7A2-150DC3112E54}" type="pres">
      <dgm:prSet presAssocID="{B16D153C-68D2-4AA7-BE3D-1F6AF4435A13}" presName="tx1" presStyleLbl="revTx" presStyleIdx="1" presStyleCnt="5"/>
      <dgm:spPr/>
    </dgm:pt>
    <dgm:pt modelId="{56C09CEC-C5C7-4797-A13B-10AF2B3CE6D1}" type="pres">
      <dgm:prSet presAssocID="{B16D153C-68D2-4AA7-BE3D-1F6AF4435A13}" presName="vert1" presStyleCnt="0"/>
      <dgm:spPr/>
    </dgm:pt>
    <dgm:pt modelId="{74286D37-6A66-452E-A804-7776082E7365}" type="pres">
      <dgm:prSet presAssocID="{72706D50-7241-4ACA-9C8E-9CC375456EFF}" presName="thickLine" presStyleLbl="alignNode1" presStyleIdx="2" presStyleCnt="5"/>
      <dgm:spPr/>
    </dgm:pt>
    <dgm:pt modelId="{D01A048C-02CD-49E0-9A10-22CEB62065EF}" type="pres">
      <dgm:prSet presAssocID="{72706D50-7241-4ACA-9C8E-9CC375456EFF}" presName="horz1" presStyleCnt="0"/>
      <dgm:spPr/>
    </dgm:pt>
    <dgm:pt modelId="{A0E63CD8-C624-4390-A8A0-1125E09E23B5}" type="pres">
      <dgm:prSet presAssocID="{72706D50-7241-4ACA-9C8E-9CC375456EFF}" presName="tx1" presStyleLbl="revTx" presStyleIdx="2" presStyleCnt="5"/>
      <dgm:spPr/>
    </dgm:pt>
    <dgm:pt modelId="{D74D6E87-806E-4762-A290-2BA4801CDB19}" type="pres">
      <dgm:prSet presAssocID="{72706D50-7241-4ACA-9C8E-9CC375456EFF}" presName="vert1" presStyleCnt="0"/>
      <dgm:spPr/>
    </dgm:pt>
    <dgm:pt modelId="{BFCCDAAE-BC49-4B7A-9062-D6F3DD865735}" type="pres">
      <dgm:prSet presAssocID="{38726D0B-FB98-4175-9FEB-721B57DF247A}" presName="thickLine" presStyleLbl="alignNode1" presStyleIdx="3" presStyleCnt="5"/>
      <dgm:spPr/>
    </dgm:pt>
    <dgm:pt modelId="{E7138B8E-5206-4CE6-AAB1-57FAAAAFF48A}" type="pres">
      <dgm:prSet presAssocID="{38726D0B-FB98-4175-9FEB-721B57DF247A}" presName="horz1" presStyleCnt="0"/>
      <dgm:spPr/>
    </dgm:pt>
    <dgm:pt modelId="{0A2E5221-0C01-45E1-96D1-305FDD10D96C}" type="pres">
      <dgm:prSet presAssocID="{38726D0B-FB98-4175-9FEB-721B57DF247A}" presName="tx1" presStyleLbl="revTx" presStyleIdx="3" presStyleCnt="5"/>
      <dgm:spPr/>
    </dgm:pt>
    <dgm:pt modelId="{6E04ED3C-D882-4E1D-B267-3C3AAEFAA0F9}" type="pres">
      <dgm:prSet presAssocID="{38726D0B-FB98-4175-9FEB-721B57DF247A}" presName="vert1" presStyleCnt="0"/>
      <dgm:spPr/>
    </dgm:pt>
    <dgm:pt modelId="{544EEBA4-59D6-46B5-9EB6-E72FC1F412B7}" type="pres">
      <dgm:prSet presAssocID="{B43D68AF-FF53-4E22-811D-7819E3AB99D6}" presName="thickLine" presStyleLbl="alignNode1" presStyleIdx="4" presStyleCnt="5"/>
      <dgm:spPr/>
    </dgm:pt>
    <dgm:pt modelId="{FB2331DE-0571-482C-894D-4B1EB10FE6FD}" type="pres">
      <dgm:prSet presAssocID="{B43D68AF-FF53-4E22-811D-7819E3AB99D6}" presName="horz1" presStyleCnt="0"/>
      <dgm:spPr/>
    </dgm:pt>
    <dgm:pt modelId="{72999DDC-49E6-4C5E-9C97-A607061B3D02}" type="pres">
      <dgm:prSet presAssocID="{B43D68AF-FF53-4E22-811D-7819E3AB99D6}" presName="tx1" presStyleLbl="revTx" presStyleIdx="4" presStyleCnt="5"/>
      <dgm:spPr/>
    </dgm:pt>
    <dgm:pt modelId="{7B5ECA15-867A-489E-AED4-547F7A2E9EC5}" type="pres">
      <dgm:prSet presAssocID="{B43D68AF-FF53-4E22-811D-7819E3AB99D6}" presName="vert1" presStyleCnt="0"/>
      <dgm:spPr/>
    </dgm:pt>
  </dgm:ptLst>
  <dgm:cxnLst>
    <dgm:cxn modelId="{7635C604-2F0D-417E-BBF0-52911382E3B1}" srcId="{71C63B25-D27D-4A69-B1D5-64DEB53CCAE8}" destId="{B16D153C-68D2-4AA7-BE3D-1F6AF4435A13}" srcOrd="1" destOrd="0" parTransId="{4CC0D7EE-8B76-4D58-BCE6-027A380A5982}" sibTransId="{F5B58D59-2EFF-4932-A6F7-D2FE3AE627EE}"/>
    <dgm:cxn modelId="{534FE517-BCF1-4B18-8A3A-889F9DDE0260}" srcId="{71C63B25-D27D-4A69-B1D5-64DEB53CCAE8}" destId="{72706D50-7241-4ACA-9C8E-9CC375456EFF}" srcOrd="2" destOrd="0" parTransId="{61FABD85-6277-4A3E-8178-B320CEE7010F}" sibTransId="{00B94698-6627-4A3C-BD09-7E170088FF2E}"/>
    <dgm:cxn modelId="{B293398B-6BB2-4DA9-AFF0-FF2F9280D7D3}" type="presOf" srcId="{1CC9DB2C-0603-4A05-B530-DDAB035BCE10}" destId="{798172F4-729F-43F7-ACB9-E6681C273C6D}" srcOrd="0" destOrd="0" presId="urn:microsoft.com/office/officeart/2008/layout/LinedList"/>
    <dgm:cxn modelId="{81CEC1A9-D8E0-4AB3-BAE1-19B829790F8F}" type="presOf" srcId="{38726D0B-FB98-4175-9FEB-721B57DF247A}" destId="{0A2E5221-0C01-45E1-96D1-305FDD10D96C}" srcOrd="0" destOrd="0" presId="urn:microsoft.com/office/officeart/2008/layout/LinedList"/>
    <dgm:cxn modelId="{5E55FCB8-0E6A-4E51-9DB8-0F3151C7B126}" type="presOf" srcId="{B43D68AF-FF53-4E22-811D-7819E3AB99D6}" destId="{72999DDC-49E6-4C5E-9C97-A607061B3D02}" srcOrd="0" destOrd="0" presId="urn:microsoft.com/office/officeart/2008/layout/LinedList"/>
    <dgm:cxn modelId="{963F3EC5-AFDE-4B85-B44A-5435E178CD8F}" type="presOf" srcId="{72706D50-7241-4ACA-9C8E-9CC375456EFF}" destId="{A0E63CD8-C624-4390-A8A0-1125E09E23B5}" srcOrd="0" destOrd="0" presId="urn:microsoft.com/office/officeart/2008/layout/LinedList"/>
    <dgm:cxn modelId="{304EB7C9-25EB-4862-AAFC-F19710B4A8B2}" type="presOf" srcId="{71C63B25-D27D-4A69-B1D5-64DEB53CCAE8}" destId="{89F4A36C-ED05-47B0-82DC-4AC256A1F99D}" srcOrd="0" destOrd="0" presId="urn:microsoft.com/office/officeart/2008/layout/LinedList"/>
    <dgm:cxn modelId="{14E874D2-8A23-4F4E-B0FB-1435058E663E}" type="presOf" srcId="{B16D153C-68D2-4AA7-BE3D-1F6AF4435A13}" destId="{9AAF2F9B-2A7E-44A0-A7A2-150DC3112E54}" srcOrd="0" destOrd="0" presId="urn:microsoft.com/office/officeart/2008/layout/LinedList"/>
    <dgm:cxn modelId="{FBE99CD7-D859-45FC-B8F5-36E3ADB8E04B}" srcId="{71C63B25-D27D-4A69-B1D5-64DEB53CCAE8}" destId="{B43D68AF-FF53-4E22-811D-7819E3AB99D6}" srcOrd="4" destOrd="0" parTransId="{0FCBE1EC-74D8-41AB-8379-15FA4DB36757}" sibTransId="{AA59554C-232F-456B-B35D-8EBAB112B7A7}"/>
    <dgm:cxn modelId="{3F80CBDB-6080-4CF2-9A04-B1136C327ACA}" srcId="{71C63B25-D27D-4A69-B1D5-64DEB53CCAE8}" destId="{1CC9DB2C-0603-4A05-B530-DDAB035BCE10}" srcOrd="0" destOrd="0" parTransId="{BA59ACB6-8A3B-4EDA-8E53-C39A4D6581CA}" sibTransId="{FC28C9BD-66EB-4FFA-8267-5ADE9216A132}"/>
    <dgm:cxn modelId="{AE2B33F8-699C-49D4-B548-8235182BD18E}" srcId="{71C63B25-D27D-4A69-B1D5-64DEB53CCAE8}" destId="{38726D0B-FB98-4175-9FEB-721B57DF247A}" srcOrd="3" destOrd="0" parTransId="{09F295E8-34DC-4311-8B78-EAB532F7842F}" sibTransId="{B3733126-3CEE-496E-BA0B-EBFA0EFBB960}"/>
    <dgm:cxn modelId="{237A5B4A-777B-48F5-A925-EF6B75F60B4A}" type="presParOf" srcId="{89F4A36C-ED05-47B0-82DC-4AC256A1F99D}" destId="{FB3F1EE0-0A05-4DF3-9B5D-27B0B9ABC44F}" srcOrd="0" destOrd="0" presId="urn:microsoft.com/office/officeart/2008/layout/LinedList"/>
    <dgm:cxn modelId="{D68ADFDD-5F63-4C99-8FC8-6481D8CE0F10}" type="presParOf" srcId="{89F4A36C-ED05-47B0-82DC-4AC256A1F99D}" destId="{212F0801-A327-4D16-941D-E1E426B21CB7}" srcOrd="1" destOrd="0" presId="urn:microsoft.com/office/officeart/2008/layout/LinedList"/>
    <dgm:cxn modelId="{703847FA-A9D0-4476-977C-D092A2B8B26D}" type="presParOf" srcId="{212F0801-A327-4D16-941D-E1E426B21CB7}" destId="{798172F4-729F-43F7-ACB9-E6681C273C6D}" srcOrd="0" destOrd="0" presId="urn:microsoft.com/office/officeart/2008/layout/LinedList"/>
    <dgm:cxn modelId="{CBA49641-D72F-4B42-8377-8BF2923E7D5F}" type="presParOf" srcId="{212F0801-A327-4D16-941D-E1E426B21CB7}" destId="{1884EB9D-E677-4C4E-9AD7-3D6F62B760DE}" srcOrd="1" destOrd="0" presId="urn:microsoft.com/office/officeart/2008/layout/LinedList"/>
    <dgm:cxn modelId="{3C99CC3D-EEDB-4FFE-8C83-4DE9904C70C0}" type="presParOf" srcId="{89F4A36C-ED05-47B0-82DC-4AC256A1F99D}" destId="{38806652-5A22-401F-8E35-B5C7D3F103C9}" srcOrd="2" destOrd="0" presId="urn:microsoft.com/office/officeart/2008/layout/LinedList"/>
    <dgm:cxn modelId="{43B9744D-B03E-47D2-A99D-C09509618FC2}" type="presParOf" srcId="{89F4A36C-ED05-47B0-82DC-4AC256A1F99D}" destId="{99AFDDA8-2FEA-4E9F-BD6E-3D886A0392D8}" srcOrd="3" destOrd="0" presId="urn:microsoft.com/office/officeart/2008/layout/LinedList"/>
    <dgm:cxn modelId="{FFF820BF-5E7C-4A01-A8A2-EF8BC2B5F104}" type="presParOf" srcId="{99AFDDA8-2FEA-4E9F-BD6E-3D886A0392D8}" destId="{9AAF2F9B-2A7E-44A0-A7A2-150DC3112E54}" srcOrd="0" destOrd="0" presId="urn:microsoft.com/office/officeart/2008/layout/LinedList"/>
    <dgm:cxn modelId="{FAD1A6E9-391A-43D8-8DD1-CD86E28786B6}" type="presParOf" srcId="{99AFDDA8-2FEA-4E9F-BD6E-3D886A0392D8}" destId="{56C09CEC-C5C7-4797-A13B-10AF2B3CE6D1}" srcOrd="1" destOrd="0" presId="urn:microsoft.com/office/officeart/2008/layout/LinedList"/>
    <dgm:cxn modelId="{F3779363-0E4E-44B8-8DE3-336A063BC26D}" type="presParOf" srcId="{89F4A36C-ED05-47B0-82DC-4AC256A1F99D}" destId="{74286D37-6A66-452E-A804-7776082E7365}" srcOrd="4" destOrd="0" presId="urn:microsoft.com/office/officeart/2008/layout/LinedList"/>
    <dgm:cxn modelId="{947B294F-84B9-4276-9E07-457CF66EA922}" type="presParOf" srcId="{89F4A36C-ED05-47B0-82DC-4AC256A1F99D}" destId="{D01A048C-02CD-49E0-9A10-22CEB62065EF}" srcOrd="5" destOrd="0" presId="urn:microsoft.com/office/officeart/2008/layout/LinedList"/>
    <dgm:cxn modelId="{EC5F5BD8-193C-4978-9F4D-B7E0DC92E978}" type="presParOf" srcId="{D01A048C-02CD-49E0-9A10-22CEB62065EF}" destId="{A0E63CD8-C624-4390-A8A0-1125E09E23B5}" srcOrd="0" destOrd="0" presId="urn:microsoft.com/office/officeart/2008/layout/LinedList"/>
    <dgm:cxn modelId="{CC24717A-CAE8-4719-A8BD-E50A7662FA4B}" type="presParOf" srcId="{D01A048C-02CD-49E0-9A10-22CEB62065EF}" destId="{D74D6E87-806E-4762-A290-2BA4801CDB19}" srcOrd="1" destOrd="0" presId="urn:microsoft.com/office/officeart/2008/layout/LinedList"/>
    <dgm:cxn modelId="{4EC4A798-EC9A-43FF-9389-60F98561BA1D}" type="presParOf" srcId="{89F4A36C-ED05-47B0-82DC-4AC256A1F99D}" destId="{BFCCDAAE-BC49-4B7A-9062-D6F3DD865735}" srcOrd="6" destOrd="0" presId="urn:microsoft.com/office/officeart/2008/layout/LinedList"/>
    <dgm:cxn modelId="{26EB1159-26F0-4BE2-89BB-3070FFE2215D}" type="presParOf" srcId="{89F4A36C-ED05-47B0-82DC-4AC256A1F99D}" destId="{E7138B8E-5206-4CE6-AAB1-57FAAAAFF48A}" srcOrd="7" destOrd="0" presId="urn:microsoft.com/office/officeart/2008/layout/LinedList"/>
    <dgm:cxn modelId="{7827B18E-FC6F-4F9F-B2CB-5E695905DDEA}" type="presParOf" srcId="{E7138B8E-5206-4CE6-AAB1-57FAAAAFF48A}" destId="{0A2E5221-0C01-45E1-96D1-305FDD10D96C}" srcOrd="0" destOrd="0" presId="urn:microsoft.com/office/officeart/2008/layout/LinedList"/>
    <dgm:cxn modelId="{2B76C70E-1FA4-406F-B926-0933559C6115}" type="presParOf" srcId="{E7138B8E-5206-4CE6-AAB1-57FAAAAFF48A}" destId="{6E04ED3C-D882-4E1D-B267-3C3AAEFAA0F9}" srcOrd="1" destOrd="0" presId="urn:microsoft.com/office/officeart/2008/layout/LinedList"/>
    <dgm:cxn modelId="{542B3846-5219-4950-A55A-354EAFBCA42E}" type="presParOf" srcId="{89F4A36C-ED05-47B0-82DC-4AC256A1F99D}" destId="{544EEBA4-59D6-46B5-9EB6-E72FC1F412B7}" srcOrd="8" destOrd="0" presId="urn:microsoft.com/office/officeart/2008/layout/LinedList"/>
    <dgm:cxn modelId="{B0E75919-97F3-4414-9CFA-0CD0C39F1D8B}" type="presParOf" srcId="{89F4A36C-ED05-47B0-82DC-4AC256A1F99D}" destId="{FB2331DE-0571-482C-894D-4B1EB10FE6FD}" srcOrd="9" destOrd="0" presId="urn:microsoft.com/office/officeart/2008/layout/LinedList"/>
    <dgm:cxn modelId="{950058CF-187E-4A62-AD35-317C3CA62EF1}" type="presParOf" srcId="{FB2331DE-0571-482C-894D-4B1EB10FE6FD}" destId="{72999DDC-49E6-4C5E-9C97-A607061B3D02}" srcOrd="0" destOrd="0" presId="urn:microsoft.com/office/officeart/2008/layout/LinedList"/>
    <dgm:cxn modelId="{63F6284D-1313-42CC-BC18-64533F23BBAC}" type="presParOf" srcId="{FB2331DE-0571-482C-894D-4B1EB10FE6FD}" destId="{7B5ECA15-867A-489E-AED4-547F7A2E9E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FC36E05-DF8D-4071-A014-8687FCB6F9D3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DB60C90-3AD0-4287-90DE-D29EBDF31844}">
      <dgm:prSet/>
      <dgm:spPr/>
      <dgm:t>
        <a:bodyPr/>
        <a:lstStyle/>
        <a:p>
          <a:r>
            <a:rPr lang="en-US"/>
            <a:t>• Backend fully implements Coursework 2 requirements.</a:t>
          </a:r>
        </a:p>
      </dgm:t>
    </dgm:pt>
    <dgm:pt modelId="{AFB96CE5-70AC-46F6-9479-017A85072CA2}" type="parTrans" cxnId="{D3418FCC-D167-4E20-8234-4C383095F474}">
      <dgm:prSet/>
      <dgm:spPr/>
      <dgm:t>
        <a:bodyPr/>
        <a:lstStyle/>
        <a:p>
          <a:endParaRPr lang="en-US"/>
        </a:p>
      </dgm:t>
    </dgm:pt>
    <dgm:pt modelId="{45A085E5-6211-4654-AF78-E81A4ED970E5}" type="sibTrans" cxnId="{D3418FCC-D167-4E20-8234-4C383095F474}">
      <dgm:prSet/>
      <dgm:spPr/>
      <dgm:t>
        <a:bodyPr/>
        <a:lstStyle/>
        <a:p>
          <a:endParaRPr lang="en-US"/>
        </a:p>
      </dgm:t>
    </dgm:pt>
    <dgm:pt modelId="{7959D140-A54C-4731-9348-745FEBE35E44}">
      <dgm:prSet/>
      <dgm:spPr/>
      <dgm:t>
        <a:bodyPr/>
        <a:lstStyle/>
        <a:p>
          <a:r>
            <a:rPr lang="en-US"/>
            <a:t>• Complete workflow: login → submit → track.</a:t>
          </a:r>
        </a:p>
      </dgm:t>
    </dgm:pt>
    <dgm:pt modelId="{0B79C2AF-322D-4C4E-8E32-35405C30FCB9}" type="parTrans" cxnId="{8051BF86-41E2-4A16-9567-DDE1D1955DFE}">
      <dgm:prSet/>
      <dgm:spPr/>
      <dgm:t>
        <a:bodyPr/>
        <a:lstStyle/>
        <a:p>
          <a:endParaRPr lang="en-US"/>
        </a:p>
      </dgm:t>
    </dgm:pt>
    <dgm:pt modelId="{3FA3BB4C-6A30-4878-A5DF-DD4EAB93A20F}" type="sibTrans" cxnId="{8051BF86-41E2-4A16-9567-DDE1D1955DFE}">
      <dgm:prSet/>
      <dgm:spPr/>
      <dgm:t>
        <a:bodyPr/>
        <a:lstStyle/>
        <a:p>
          <a:endParaRPr lang="en-US"/>
        </a:p>
      </dgm:t>
    </dgm:pt>
    <dgm:pt modelId="{AF8136D9-9828-4BEF-AC90-69B8FD86817D}">
      <dgm:prSet/>
      <dgm:spPr/>
      <dgm:t>
        <a:bodyPr/>
        <a:lstStyle/>
        <a:p>
          <a:r>
            <a:rPr lang="en-US"/>
            <a:t>• Secure and database-driven.</a:t>
          </a:r>
        </a:p>
      </dgm:t>
    </dgm:pt>
    <dgm:pt modelId="{D96FD2AA-853C-4B4C-817B-6140D7EFE668}" type="parTrans" cxnId="{CD27D680-1BC9-463D-99FF-644850466919}">
      <dgm:prSet/>
      <dgm:spPr/>
      <dgm:t>
        <a:bodyPr/>
        <a:lstStyle/>
        <a:p>
          <a:endParaRPr lang="en-US"/>
        </a:p>
      </dgm:t>
    </dgm:pt>
    <dgm:pt modelId="{2A614719-A6FF-45A0-949D-43D6C38A443E}" type="sibTrans" cxnId="{CD27D680-1BC9-463D-99FF-644850466919}">
      <dgm:prSet/>
      <dgm:spPr/>
      <dgm:t>
        <a:bodyPr/>
        <a:lstStyle/>
        <a:p>
          <a:endParaRPr lang="en-US"/>
        </a:p>
      </dgm:t>
    </dgm:pt>
    <dgm:pt modelId="{35EEB105-F0D1-47A8-B6B1-9FB1CED9B1BD}">
      <dgm:prSet/>
      <dgm:spPr/>
      <dgm:t>
        <a:bodyPr/>
        <a:lstStyle/>
        <a:p>
          <a:r>
            <a:rPr lang="en-US"/>
            <a:t>• Ready for marking and demonstration.</a:t>
          </a:r>
        </a:p>
      </dgm:t>
    </dgm:pt>
    <dgm:pt modelId="{40D44E93-9264-40F0-BE05-84C926B262FE}" type="parTrans" cxnId="{F473D6B8-085E-45AC-B2F7-73643D1744BF}">
      <dgm:prSet/>
      <dgm:spPr/>
      <dgm:t>
        <a:bodyPr/>
        <a:lstStyle/>
        <a:p>
          <a:endParaRPr lang="en-US"/>
        </a:p>
      </dgm:t>
    </dgm:pt>
    <dgm:pt modelId="{79CCDE37-DEEA-4D84-A285-990D9C4ADE6C}" type="sibTrans" cxnId="{F473D6B8-085E-45AC-B2F7-73643D1744BF}">
      <dgm:prSet/>
      <dgm:spPr/>
      <dgm:t>
        <a:bodyPr/>
        <a:lstStyle/>
        <a:p>
          <a:endParaRPr lang="en-US"/>
        </a:p>
      </dgm:t>
    </dgm:pt>
    <dgm:pt modelId="{99CFD246-A442-44A5-95E0-866651A617C5}" type="pres">
      <dgm:prSet presAssocID="{6FC36E05-DF8D-4071-A014-8687FCB6F9D3}" presName="vert0" presStyleCnt="0">
        <dgm:presLayoutVars>
          <dgm:dir/>
          <dgm:animOne val="branch"/>
          <dgm:animLvl val="lvl"/>
        </dgm:presLayoutVars>
      </dgm:prSet>
      <dgm:spPr/>
    </dgm:pt>
    <dgm:pt modelId="{A427C131-4659-4823-8236-900473CE7822}" type="pres">
      <dgm:prSet presAssocID="{2DB60C90-3AD0-4287-90DE-D29EBDF31844}" presName="thickLine" presStyleLbl="alignNode1" presStyleIdx="0" presStyleCnt="4"/>
      <dgm:spPr/>
    </dgm:pt>
    <dgm:pt modelId="{DEE49C1C-A58F-4FC4-A55E-03BFD2792FD9}" type="pres">
      <dgm:prSet presAssocID="{2DB60C90-3AD0-4287-90DE-D29EBDF31844}" presName="horz1" presStyleCnt="0"/>
      <dgm:spPr/>
    </dgm:pt>
    <dgm:pt modelId="{7CF6590A-9B32-4D78-81F9-9FF6175B9AD7}" type="pres">
      <dgm:prSet presAssocID="{2DB60C90-3AD0-4287-90DE-D29EBDF31844}" presName="tx1" presStyleLbl="revTx" presStyleIdx="0" presStyleCnt="4"/>
      <dgm:spPr/>
    </dgm:pt>
    <dgm:pt modelId="{CDCFE152-D6C7-48D0-A24F-17020A456E74}" type="pres">
      <dgm:prSet presAssocID="{2DB60C90-3AD0-4287-90DE-D29EBDF31844}" presName="vert1" presStyleCnt="0"/>
      <dgm:spPr/>
    </dgm:pt>
    <dgm:pt modelId="{1EA70D5A-B0DF-4FFB-9D33-9EE119843E6F}" type="pres">
      <dgm:prSet presAssocID="{7959D140-A54C-4731-9348-745FEBE35E44}" presName="thickLine" presStyleLbl="alignNode1" presStyleIdx="1" presStyleCnt="4"/>
      <dgm:spPr/>
    </dgm:pt>
    <dgm:pt modelId="{C2F5503B-F5D4-4A3B-B675-4157235BE543}" type="pres">
      <dgm:prSet presAssocID="{7959D140-A54C-4731-9348-745FEBE35E44}" presName="horz1" presStyleCnt="0"/>
      <dgm:spPr/>
    </dgm:pt>
    <dgm:pt modelId="{27F0D977-FD7E-4C8F-BB5F-0B51FD854D16}" type="pres">
      <dgm:prSet presAssocID="{7959D140-A54C-4731-9348-745FEBE35E44}" presName="tx1" presStyleLbl="revTx" presStyleIdx="1" presStyleCnt="4"/>
      <dgm:spPr/>
    </dgm:pt>
    <dgm:pt modelId="{365B13F2-7D4D-4501-B60A-4F0918CD6104}" type="pres">
      <dgm:prSet presAssocID="{7959D140-A54C-4731-9348-745FEBE35E44}" presName="vert1" presStyleCnt="0"/>
      <dgm:spPr/>
    </dgm:pt>
    <dgm:pt modelId="{FE098727-AA05-484A-B794-6BD097354840}" type="pres">
      <dgm:prSet presAssocID="{AF8136D9-9828-4BEF-AC90-69B8FD86817D}" presName="thickLine" presStyleLbl="alignNode1" presStyleIdx="2" presStyleCnt="4"/>
      <dgm:spPr/>
    </dgm:pt>
    <dgm:pt modelId="{2AE69F5F-E358-4F09-B008-5B95F8143C99}" type="pres">
      <dgm:prSet presAssocID="{AF8136D9-9828-4BEF-AC90-69B8FD86817D}" presName="horz1" presStyleCnt="0"/>
      <dgm:spPr/>
    </dgm:pt>
    <dgm:pt modelId="{F6CCC430-6B23-4F71-B769-CB75701762EF}" type="pres">
      <dgm:prSet presAssocID="{AF8136D9-9828-4BEF-AC90-69B8FD86817D}" presName="tx1" presStyleLbl="revTx" presStyleIdx="2" presStyleCnt="4"/>
      <dgm:spPr/>
    </dgm:pt>
    <dgm:pt modelId="{41A7B469-741E-4DF4-BC0E-7A3CE0C71733}" type="pres">
      <dgm:prSet presAssocID="{AF8136D9-9828-4BEF-AC90-69B8FD86817D}" presName="vert1" presStyleCnt="0"/>
      <dgm:spPr/>
    </dgm:pt>
    <dgm:pt modelId="{97BC5DE8-A5BC-4D4D-A668-68DB97A7D0F9}" type="pres">
      <dgm:prSet presAssocID="{35EEB105-F0D1-47A8-B6B1-9FB1CED9B1BD}" presName="thickLine" presStyleLbl="alignNode1" presStyleIdx="3" presStyleCnt="4"/>
      <dgm:spPr/>
    </dgm:pt>
    <dgm:pt modelId="{42028446-6AA1-4DE1-8D10-2ECE86EC07E8}" type="pres">
      <dgm:prSet presAssocID="{35EEB105-F0D1-47A8-B6B1-9FB1CED9B1BD}" presName="horz1" presStyleCnt="0"/>
      <dgm:spPr/>
    </dgm:pt>
    <dgm:pt modelId="{17300E89-5486-4A7E-A0F0-3339B743E2E8}" type="pres">
      <dgm:prSet presAssocID="{35EEB105-F0D1-47A8-B6B1-9FB1CED9B1BD}" presName="tx1" presStyleLbl="revTx" presStyleIdx="3" presStyleCnt="4"/>
      <dgm:spPr/>
    </dgm:pt>
    <dgm:pt modelId="{6052EC09-BA4D-4B28-A41F-D8127163E15C}" type="pres">
      <dgm:prSet presAssocID="{35EEB105-F0D1-47A8-B6B1-9FB1CED9B1BD}" presName="vert1" presStyleCnt="0"/>
      <dgm:spPr/>
    </dgm:pt>
  </dgm:ptLst>
  <dgm:cxnLst>
    <dgm:cxn modelId="{D332C53C-F72A-4128-9BA8-814308C70384}" type="presOf" srcId="{2DB60C90-3AD0-4287-90DE-D29EBDF31844}" destId="{7CF6590A-9B32-4D78-81F9-9FF6175B9AD7}" srcOrd="0" destOrd="0" presId="urn:microsoft.com/office/officeart/2008/layout/LinedList"/>
    <dgm:cxn modelId="{65B03E6D-FAA3-410B-9FEE-22F6EA3513BC}" type="presOf" srcId="{7959D140-A54C-4731-9348-745FEBE35E44}" destId="{27F0D977-FD7E-4C8F-BB5F-0B51FD854D16}" srcOrd="0" destOrd="0" presId="urn:microsoft.com/office/officeart/2008/layout/LinedList"/>
    <dgm:cxn modelId="{CD27D680-1BC9-463D-99FF-644850466919}" srcId="{6FC36E05-DF8D-4071-A014-8687FCB6F9D3}" destId="{AF8136D9-9828-4BEF-AC90-69B8FD86817D}" srcOrd="2" destOrd="0" parTransId="{D96FD2AA-853C-4B4C-817B-6140D7EFE668}" sibTransId="{2A614719-A6FF-45A0-949D-43D6C38A443E}"/>
    <dgm:cxn modelId="{8051BF86-41E2-4A16-9567-DDE1D1955DFE}" srcId="{6FC36E05-DF8D-4071-A014-8687FCB6F9D3}" destId="{7959D140-A54C-4731-9348-745FEBE35E44}" srcOrd="1" destOrd="0" parTransId="{0B79C2AF-322D-4C4E-8E32-35405C30FCB9}" sibTransId="{3FA3BB4C-6A30-4878-A5DF-DD4EAB93A20F}"/>
    <dgm:cxn modelId="{F473D6B8-085E-45AC-B2F7-73643D1744BF}" srcId="{6FC36E05-DF8D-4071-A014-8687FCB6F9D3}" destId="{35EEB105-F0D1-47A8-B6B1-9FB1CED9B1BD}" srcOrd="3" destOrd="0" parTransId="{40D44E93-9264-40F0-BE05-84C926B262FE}" sibTransId="{79CCDE37-DEEA-4D84-A285-990D9C4ADE6C}"/>
    <dgm:cxn modelId="{AE96FCBA-3CDD-44B5-8BE2-8A1BED0FC0B1}" type="presOf" srcId="{6FC36E05-DF8D-4071-A014-8687FCB6F9D3}" destId="{99CFD246-A442-44A5-95E0-866651A617C5}" srcOrd="0" destOrd="0" presId="urn:microsoft.com/office/officeart/2008/layout/LinedList"/>
    <dgm:cxn modelId="{97C698C1-E9C2-4294-851C-4E94873DAAD4}" type="presOf" srcId="{35EEB105-F0D1-47A8-B6B1-9FB1CED9B1BD}" destId="{17300E89-5486-4A7E-A0F0-3339B743E2E8}" srcOrd="0" destOrd="0" presId="urn:microsoft.com/office/officeart/2008/layout/LinedList"/>
    <dgm:cxn modelId="{D24821CB-9413-4B52-B398-0AF24DDCA094}" type="presOf" srcId="{AF8136D9-9828-4BEF-AC90-69B8FD86817D}" destId="{F6CCC430-6B23-4F71-B769-CB75701762EF}" srcOrd="0" destOrd="0" presId="urn:microsoft.com/office/officeart/2008/layout/LinedList"/>
    <dgm:cxn modelId="{D3418FCC-D167-4E20-8234-4C383095F474}" srcId="{6FC36E05-DF8D-4071-A014-8687FCB6F9D3}" destId="{2DB60C90-3AD0-4287-90DE-D29EBDF31844}" srcOrd="0" destOrd="0" parTransId="{AFB96CE5-70AC-46F6-9479-017A85072CA2}" sibTransId="{45A085E5-6211-4654-AF78-E81A4ED970E5}"/>
    <dgm:cxn modelId="{C5D665AD-DE31-4E9C-81CE-AC33329CE63E}" type="presParOf" srcId="{99CFD246-A442-44A5-95E0-866651A617C5}" destId="{A427C131-4659-4823-8236-900473CE7822}" srcOrd="0" destOrd="0" presId="urn:microsoft.com/office/officeart/2008/layout/LinedList"/>
    <dgm:cxn modelId="{B9317E3B-051E-49A5-8B54-811DED445FDB}" type="presParOf" srcId="{99CFD246-A442-44A5-95E0-866651A617C5}" destId="{DEE49C1C-A58F-4FC4-A55E-03BFD2792FD9}" srcOrd="1" destOrd="0" presId="urn:microsoft.com/office/officeart/2008/layout/LinedList"/>
    <dgm:cxn modelId="{A86C2569-F2B6-4E47-8513-B251E0BFC092}" type="presParOf" srcId="{DEE49C1C-A58F-4FC4-A55E-03BFD2792FD9}" destId="{7CF6590A-9B32-4D78-81F9-9FF6175B9AD7}" srcOrd="0" destOrd="0" presId="urn:microsoft.com/office/officeart/2008/layout/LinedList"/>
    <dgm:cxn modelId="{0F1153CE-9200-4BB9-9ABB-5820D2DDB99C}" type="presParOf" srcId="{DEE49C1C-A58F-4FC4-A55E-03BFD2792FD9}" destId="{CDCFE152-D6C7-48D0-A24F-17020A456E74}" srcOrd="1" destOrd="0" presId="urn:microsoft.com/office/officeart/2008/layout/LinedList"/>
    <dgm:cxn modelId="{FDEB4141-7A06-4E19-B933-22C12A730CC3}" type="presParOf" srcId="{99CFD246-A442-44A5-95E0-866651A617C5}" destId="{1EA70D5A-B0DF-4FFB-9D33-9EE119843E6F}" srcOrd="2" destOrd="0" presId="urn:microsoft.com/office/officeart/2008/layout/LinedList"/>
    <dgm:cxn modelId="{F84E3F87-5FB6-4754-8890-52FC9A646700}" type="presParOf" srcId="{99CFD246-A442-44A5-95E0-866651A617C5}" destId="{C2F5503B-F5D4-4A3B-B675-4157235BE543}" srcOrd="3" destOrd="0" presId="urn:microsoft.com/office/officeart/2008/layout/LinedList"/>
    <dgm:cxn modelId="{7DE53268-4CC6-4B72-AD1B-08C6F0B2F7BE}" type="presParOf" srcId="{C2F5503B-F5D4-4A3B-B675-4157235BE543}" destId="{27F0D977-FD7E-4C8F-BB5F-0B51FD854D16}" srcOrd="0" destOrd="0" presId="urn:microsoft.com/office/officeart/2008/layout/LinedList"/>
    <dgm:cxn modelId="{A2B839C1-D916-476A-A5C7-3E2BCCBE8DB9}" type="presParOf" srcId="{C2F5503B-F5D4-4A3B-B675-4157235BE543}" destId="{365B13F2-7D4D-4501-B60A-4F0918CD6104}" srcOrd="1" destOrd="0" presId="urn:microsoft.com/office/officeart/2008/layout/LinedList"/>
    <dgm:cxn modelId="{29B99F92-E8D7-41BE-A5C9-A35D7D7E0E2F}" type="presParOf" srcId="{99CFD246-A442-44A5-95E0-866651A617C5}" destId="{FE098727-AA05-484A-B794-6BD097354840}" srcOrd="4" destOrd="0" presId="urn:microsoft.com/office/officeart/2008/layout/LinedList"/>
    <dgm:cxn modelId="{9829533A-FD29-4708-98B8-215845FB572B}" type="presParOf" srcId="{99CFD246-A442-44A5-95E0-866651A617C5}" destId="{2AE69F5F-E358-4F09-B008-5B95F8143C99}" srcOrd="5" destOrd="0" presId="urn:microsoft.com/office/officeart/2008/layout/LinedList"/>
    <dgm:cxn modelId="{6F51A89E-06F5-4468-ADA3-5BB317BD489B}" type="presParOf" srcId="{2AE69F5F-E358-4F09-B008-5B95F8143C99}" destId="{F6CCC430-6B23-4F71-B769-CB75701762EF}" srcOrd="0" destOrd="0" presId="urn:microsoft.com/office/officeart/2008/layout/LinedList"/>
    <dgm:cxn modelId="{2B08BEA1-B931-4776-A5C1-BCF34A9EA7DE}" type="presParOf" srcId="{2AE69F5F-E358-4F09-B008-5B95F8143C99}" destId="{41A7B469-741E-4DF4-BC0E-7A3CE0C71733}" srcOrd="1" destOrd="0" presId="urn:microsoft.com/office/officeart/2008/layout/LinedList"/>
    <dgm:cxn modelId="{8F25E93B-CC97-4EF4-B2EE-869869023F7F}" type="presParOf" srcId="{99CFD246-A442-44A5-95E0-866651A617C5}" destId="{97BC5DE8-A5BC-4D4D-A668-68DB97A7D0F9}" srcOrd="6" destOrd="0" presId="urn:microsoft.com/office/officeart/2008/layout/LinedList"/>
    <dgm:cxn modelId="{4E4C3E16-EC4A-4F69-8DBC-38A650E00844}" type="presParOf" srcId="{99CFD246-A442-44A5-95E0-866651A617C5}" destId="{42028446-6AA1-4DE1-8D10-2ECE86EC07E8}" srcOrd="7" destOrd="0" presId="urn:microsoft.com/office/officeart/2008/layout/LinedList"/>
    <dgm:cxn modelId="{E6F46FE6-1340-4F37-A68A-FCE1E20D6968}" type="presParOf" srcId="{42028446-6AA1-4DE1-8D10-2ECE86EC07E8}" destId="{17300E89-5486-4A7E-A0F0-3339B743E2E8}" srcOrd="0" destOrd="0" presId="urn:microsoft.com/office/officeart/2008/layout/LinedList"/>
    <dgm:cxn modelId="{62CBD1E6-2860-4D69-9F5A-9C5D71010B30}" type="presParOf" srcId="{42028446-6AA1-4DE1-8D10-2ECE86EC07E8}" destId="{6052EC09-BA4D-4B28-A41F-D8127163E15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FD7EE5-1575-4177-8B7B-4B1B52009D5D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1440D-8401-433E-9D10-FB971E0847B4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users:</a:t>
          </a:r>
        </a:p>
      </dsp:txBody>
      <dsp:txXfrm>
        <a:off x="0" y="675"/>
        <a:ext cx="5175384" cy="1106957"/>
      </dsp:txXfrm>
    </dsp:sp>
    <dsp:sp modelId="{E33B76C3-4761-4E02-B298-66BF8C52031C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4DC84-E60A-4A64-B2D7-A91DBDACD88B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id, name, email, password, role, created_at</a:t>
          </a:r>
        </a:p>
      </dsp:txBody>
      <dsp:txXfrm>
        <a:off x="0" y="1107633"/>
        <a:ext cx="5175384" cy="1106957"/>
      </dsp:txXfrm>
    </dsp:sp>
    <dsp:sp modelId="{6F45D71A-CDF5-47FD-8719-30D3D6AFDA19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5D7EA-C03C-4956-9A44-D922CD4A7D41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applications:</a:t>
          </a:r>
        </a:p>
      </dsp:txBody>
      <dsp:txXfrm>
        <a:off x="0" y="2214591"/>
        <a:ext cx="5175384" cy="1106957"/>
      </dsp:txXfrm>
    </dsp:sp>
    <dsp:sp modelId="{F43F7C9D-9180-45D8-97F8-91790F9E123F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4BA2F-FEF2-4A4E-BB05-4B76B758651F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id, student_id (FK), internship_title, internship_facility,</a:t>
          </a:r>
        </a:p>
      </dsp:txBody>
      <dsp:txXfrm>
        <a:off x="0" y="3321549"/>
        <a:ext cx="5175384" cy="1106957"/>
      </dsp:txXfrm>
    </dsp:sp>
    <dsp:sp modelId="{A9A48231-5E22-4E41-90E2-FA19DA754B72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DE1B5-6DA8-4541-9318-0AE5B5BDAE00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resume_path, cover_letter, status, created_at, updated_at</a:t>
          </a:r>
        </a:p>
      </dsp:txBody>
      <dsp:txXfrm>
        <a:off x="0" y="4428507"/>
        <a:ext cx="5175384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F784D-1590-447C-861A-71B1CE028F61}">
      <dsp:nvSpPr>
        <dsp:cNvPr id="0" name=""/>
        <dsp:cNvSpPr/>
      </dsp:nvSpPr>
      <dsp:spPr>
        <a:xfrm>
          <a:off x="0" y="4891513"/>
          <a:ext cx="1293846" cy="64200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56464" rIns="9201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Redirect</a:t>
          </a:r>
        </a:p>
      </dsp:txBody>
      <dsp:txXfrm>
        <a:off x="0" y="4891513"/>
        <a:ext cx="1293846" cy="642008"/>
      </dsp:txXfrm>
    </dsp:sp>
    <dsp:sp modelId="{0A4C1CE3-79B2-4A82-A284-53E8C3AFE26B}">
      <dsp:nvSpPr>
        <dsp:cNvPr id="0" name=""/>
        <dsp:cNvSpPr/>
      </dsp:nvSpPr>
      <dsp:spPr>
        <a:xfrm>
          <a:off x="1293846" y="4891513"/>
          <a:ext cx="3881538" cy="64200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Redirect with success/error message</a:t>
          </a:r>
        </a:p>
      </dsp:txBody>
      <dsp:txXfrm>
        <a:off x="1293846" y="4891513"/>
        <a:ext cx="3881538" cy="642008"/>
      </dsp:txXfrm>
    </dsp:sp>
    <dsp:sp modelId="{C2AEE25E-8093-49E4-B059-A74A49E3BC93}">
      <dsp:nvSpPr>
        <dsp:cNvPr id="0" name=""/>
        <dsp:cNvSpPr/>
      </dsp:nvSpPr>
      <dsp:spPr>
        <a:xfrm rot="10800000">
          <a:off x="0" y="3913734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56464" rIns="9201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Insert</a:t>
          </a:r>
        </a:p>
      </dsp:txBody>
      <dsp:txXfrm rot="-10800000">
        <a:off x="0" y="3913734"/>
        <a:ext cx="1293846" cy="641815"/>
      </dsp:txXfrm>
    </dsp:sp>
    <dsp:sp modelId="{66FB6627-57FE-49A8-8AF4-3AB8FCFBB4F3}">
      <dsp:nvSpPr>
        <dsp:cNvPr id="0" name=""/>
        <dsp:cNvSpPr/>
      </dsp:nvSpPr>
      <dsp:spPr>
        <a:xfrm>
          <a:off x="1293846" y="3913734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1005164"/>
            <a:satOff val="-876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005164"/>
              <a:satOff val="-876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Insert application using prepared statements</a:t>
          </a:r>
        </a:p>
      </dsp:txBody>
      <dsp:txXfrm>
        <a:off x="1293846" y="3913734"/>
        <a:ext cx="3881538" cy="641815"/>
      </dsp:txXfrm>
    </dsp:sp>
    <dsp:sp modelId="{AC1DEF34-F303-4A5C-BD3C-D25CF8E38265}">
      <dsp:nvSpPr>
        <dsp:cNvPr id="0" name=""/>
        <dsp:cNvSpPr/>
      </dsp:nvSpPr>
      <dsp:spPr>
        <a:xfrm rot="10800000">
          <a:off x="0" y="2935955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56464" rIns="9201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Extract</a:t>
          </a:r>
        </a:p>
      </dsp:txBody>
      <dsp:txXfrm rot="-10800000">
        <a:off x="0" y="2935955"/>
        <a:ext cx="1293846" cy="641815"/>
      </dsp:txXfrm>
    </dsp:sp>
    <dsp:sp modelId="{16EF7613-332C-41DA-A0D4-9E82335A339E}">
      <dsp:nvSpPr>
        <dsp:cNvPr id="0" name=""/>
        <dsp:cNvSpPr/>
      </dsp:nvSpPr>
      <dsp:spPr>
        <a:xfrm>
          <a:off x="1293846" y="2935955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2010328"/>
            <a:satOff val="-1751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010328"/>
              <a:satOff val="-1751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Extract internship info</a:t>
          </a:r>
        </a:p>
      </dsp:txBody>
      <dsp:txXfrm>
        <a:off x="1293846" y="2935955"/>
        <a:ext cx="3881538" cy="641815"/>
      </dsp:txXfrm>
    </dsp:sp>
    <dsp:sp modelId="{D2F492AC-61ED-4980-81CB-68D37F481737}">
      <dsp:nvSpPr>
        <dsp:cNvPr id="0" name=""/>
        <dsp:cNvSpPr/>
      </dsp:nvSpPr>
      <dsp:spPr>
        <a:xfrm rot="10800000">
          <a:off x="0" y="1958176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56464" rIns="9201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Upload</a:t>
          </a:r>
        </a:p>
      </dsp:txBody>
      <dsp:txXfrm rot="-10800000">
        <a:off x="0" y="1958176"/>
        <a:ext cx="1293846" cy="641815"/>
      </dsp:txXfrm>
    </dsp:sp>
    <dsp:sp modelId="{C4943B1A-A9EC-4526-ABED-31C11E67EE0A}">
      <dsp:nvSpPr>
        <dsp:cNvPr id="0" name=""/>
        <dsp:cNvSpPr/>
      </dsp:nvSpPr>
      <dsp:spPr>
        <a:xfrm>
          <a:off x="1293846" y="1958176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3015493"/>
            <a:satOff val="-2627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015493"/>
              <a:satOff val="-2627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Upload resume to server</a:t>
          </a:r>
        </a:p>
      </dsp:txBody>
      <dsp:txXfrm>
        <a:off x="1293846" y="1958176"/>
        <a:ext cx="3881538" cy="641815"/>
      </dsp:txXfrm>
    </dsp:sp>
    <dsp:sp modelId="{554C1A87-59A8-4E5B-BD61-0714D74B8B10}">
      <dsp:nvSpPr>
        <dsp:cNvPr id="0" name=""/>
        <dsp:cNvSpPr/>
      </dsp:nvSpPr>
      <dsp:spPr>
        <a:xfrm rot="10800000">
          <a:off x="0" y="980397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56464" rIns="9201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Validate</a:t>
          </a:r>
        </a:p>
      </dsp:txBody>
      <dsp:txXfrm rot="-10800000">
        <a:off x="0" y="980397"/>
        <a:ext cx="1293846" cy="641815"/>
      </dsp:txXfrm>
    </dsp:sp>
    <dsp:sp modelId="{CEB6620E-512E-48B0-8FD9-6FDCC977407E}">
      <dsp:nvSpPr>
        <dsp:cNvPr id="0" name=""/>
        <dsp:cNvSpPr/>
      </dsp:nvSpPr>
      <dsp:spPr>
        <a:xfrm>
          <a:off x="1293846" y="980397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4020657"/>
            <a:satOff val="-3502"/>
            <a:lumOff val="-5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4020657"/>
              <a:satOff val="-3502"/>
              <a:lumOff val="-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Validate file type + size</a:t>
          </a:r>
        </a:p>
      </dsp:txBody>
      <dsp:txXfrm>
        <a:off x="1293846" y="980397"/>
        <a:ext cx="3881538" cy="641815"/>
      </dsp:txXfrm>
    </dsp:sp>
    <dsp:sp modelId="{2C40328C-1AE9-468C-AC2E-43B238C3C14E}">
      <dsp:nvSpPr>
        <dsp:cNvPr id="0" name=""/>
        <dsp:cNvSpPr/>
      </dsp:nvSpPr>
      <dsp:spPr>
        <a:xfrm rot="10800000">
          <a:off x="0" y="2618"/>
          <a:ext cx="1293846" cy="98740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56464" rIns="92018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Validate</a:t>
          </a:r>
        </a:p>
      </dsp:txBody>
      <dsp:txXfrm rot="-10800000">
        <a:off x="0" y="2618"/>
        <a:ext cx="1293846" cy="641815"/>
      </dsp:txXfrm>
    </dsp:sp>
    <dsp:sp modelId="{9FA6D207-8CA2-4365-9932-41249965D4A1}">
      <dsp:nvSpPr>
        <dsp:cNvPr id="0" name=""/>
        <dsp:cNvSpPr/>
      </dsp:nvSpPr>
      <dsp:spPr>
        <a:xfrm>
          <a:off x="1293846" y="2618"/>
          <a:ext cx="3881538" cy="641815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03200" rIns="78736" bIns="2032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Validate input fields</a:t>
          </a:r>
        </a:p>
      </dsp:txBody>
      <dsp:txXfrm>
        <a:off x="1293846" y="2618"/>
        <a:ext cx="3881538" cy="6418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EE258-7B47-445D-A367-FC651CA4C582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Secure login using hashed passwords.</a:t>
          </a:r>
        </a:p>
      </dsp:txBody>
      <dsp:txXfrm>
        <a:off x="64083" y="64113"/>
        <a:ext cx="5047218" cy="1184574"/>
      </dsp:txXfrm>
    </dsp:sp>
    <dsp:sp modelId="{FAB9A387-07EC-49FA-9AD0-D19894E9136D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Sessions store userId + role.</a:t>
          </a:r>
        </a:p>
      </dsp:txBody>
      <dsp:txXfrm>
        <a:off x="64083" y="1471893"/>
        <a:ext cx="5047218" cy="1184574"/>
      </dsp:txXfrm>
    </dsp:sp>
    <dsp:sp modelId="{AE6E7E58-37FF-476F-8F84-8FF8C7E1C685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Middleware enforces student-only access.</a:t>
          </a:r>
        </a:p>
      </dsp:txBody>
      <dsp:txXfrm>
        <a:off x="64083" y="2879673"/>
        <a:ext cx="5047218" cy="1184574"/>
      </dsp:txXfrm>
    </dsp:sp>
    <dsp:sp modelId="{801C7AF8-A123-435C-90E8-01BC127F919A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Prevents unauthorized submissions.</a:t>
          </a:r>
        </a:p>
      </dsp:txBody>
      <dsp:txXfrm>
        <a:off x="64083" y="4287453"/>
        <a:ext cx="5047218" cy="11845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AAF085-F3D3-447E-A10E-36AFAC73D770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F8E19-D4F4-4F0B-A839-09F9018173DB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B03C0-13E5-4308-88C1-C3DF5E8FD990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Displays internship title + facility.</a:t>
          </a:r>
        </a:p>
      </dsp:txBody>
      <dsp:txXfrm>
        <a:off x="1099610" y="1878"/>
        <a:ext cx="7129989" cy="952043"/>
      </dsp:txXfrm>
    </dsp:sp>
    <dsp:sp modelId="{696228B5-934E-4825-8873-AF4619078878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4DF1A-E5D7-499A-A200-440E937919B8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1135D0-A419-48C8-92E4-1D115B155862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Shows status and submission dates.</a:t>
          </a:r>
        </a:p>
      </dsp:txBody>
      <dsp:txXfrm>
        <a:off x="1099610" y="1191932"/>
        <a:ext cx="7129989" cy="952043"/>
      </dsp:txXfrm>
    </dsp:sp>
    <dsp:sp modelId="{144AEA6D-FCC6-47E4-B516-B91A7F159749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9AE2D3-7024-48C4-AA77-4E894F5AB1D4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2F0C2-2C84-4463-89E5-B46ABDDF43D8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Provides link to uploaded resume.</a:t>
          </a:r>
        </a:p>
      </dsp:txBody>
      <dsp:txXfrm>
        <a:off x="1099610" y="2381986"/>
        <a:ext cx="7129989" cy="952043"/>
      </dsp:txXfrm>
    </dsp:sp>
    <dsp:sp modelId="{6B3EDEDD-9913-45E7-A5EF-3596D06B2156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7CA9D-59C9-4C7A-852F-A7F56DA548FE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A9AA5-C267-4E0A-AB97-B963CD860CE7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Simple dashboard for students.</a:t>
          </a:r>
        </a:p>
      </dsp:txBody>
      <dsp:txXfrm>
        <a:off x="1099610" y="3572041"/>
        <a:ext cx="7129989" cy="9520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F2DED3-5868-405E-A067-5A5364D7C53E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888C58-40AF-41E5-AC31-24429887D491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Prepared statements prevent SQL injection.</a:t>
          </a:r>
        </a:p>
      </dsp:txBody>
      <dsp:txXfrm>
        <a:off x="0" y="0"/>
        <a:ext cx="5175384" cy="1384035"/>
      </dsp:txXfrm>
    </dsp:sp>
    <dsp:sp modelId="{62BB36FA-CC77-49B3-B684-878D408BEBA1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688EB-B596-49C1-A09C-70D107391C61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File validation prevents risky uploads.</a:t>
          </a:r>
        </a:p>
      </dsp:txBody>
      <dsp:txXfrm>
        <a:off x="0" y="1384035"/>
        <a:ext cx="5175384" cy="1384035"/>
      </dsp:txXfrm>
    </dsp:sp>
    <dsp:sp modelId="{5EB527D5-3E96-4754-B5B7-D3872732E8F9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C2B7D-F75B-49C1-A370-B78B997C7184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Session-based access control.</a:t>
          </a:r>
        </a:p>
      </dsp:txBody>
      <dsp:txXfrm>
        <a:off x="0" y="2768070"/>
        <a:ext cx="5175384" cy="1384035"/>
      </dsp:txXfrm>
    </dsp:sp>
    <dsp:sp modelId="{07141F59-8892-4E51-B51F-4594E4E47746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84C3E-8695-49B6-8309-82FA0D1171A8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Restricted upload directories.</a:t>
          </a:r>
        </a:p>
      </dsp:txBody>
      <dsp:txXfrm>
        <a:off x="0" y="4152105"/>
        <a:ext cx="5175384" cy="13840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3F1EE0-0A05-4DF3-9B5D-27B0B9ABC44F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172F4-729F-43F7-ACB9-E6681C273C6D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Login with valid/invalid data.</a:t>
          </a:r>
        </a:p>
      </dsp:txBody>
      <dsp:txXfrm>
        <a:off x="0" y="675"/>
        <a:ext cx="5175384" cy="1106957"/>
      </dsp:txXfrm>
    </dsp:sp>
    <dsp:sp modelId="{38806652-5A22-401F-8E35-B5C7D3F103C9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F2F9B-2A7E-44A0-A7A2-150DC3112E54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Application submission test cases.</a:t>
          </a:r>
        </a:p>
      </dsp:txBody>
      <dsp:txXfrm>
        <a:off x="0" y="1107633"/>
        <a:ext cx="5175384" cy="1106957"/>
      </dsp:txXfrm>
    </dsp:sp>
    <dsp:sp modelId="{74286D37-6A66-452E-A804-7776082E7365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63CD8-C624-4390-A8A0-1125E09E23B5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File upload validation tests.</a:t>
          </a:r>
        </a:p>
      </dsp:txBody>
      <dsp:txXfrm>
        <a:off x="0" y="2214591"/>
        <a:ext cx="5175384" cy="1106957"/>
      </dsp:txXfrm>
    </dsp:sp>
    <dsp:sp modelId="{BFCCDAAE-BC49-4B7A-9062-D6F3DD865735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E5221-0C01-45E1-96D1-305FDD10D96C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Database insert checks.</a:t>
          </a:r>
        </a:p>
      </dsp:txBody>
      <dsp:txXfrm>
        <a:off x="0" y="3321549"/>
        <a:ext cx="5175384" cy="1106957"/>
      </dsp:txXfrm>
    </dsp:sp>
    <dsp:sp modelId="{544EEBA4-59D6-46B5-9EB6-E72FC1F412B7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999DDC-49E6-4C5E-9C97-A607061B3D02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Student tracker visual tests.</a:t>
          </a:r>
        </a:p>
      </dsp:txBody>
      <dsp:txXfrm>
        <a:off x="0" y="4428507"/>
        <a:ext cx="5175384" cy="11069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7C131-4659-4823-8236-900473CE7822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6590A-9B32-4D78-81F9-9FF6175B9AD7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Backend fully implements Coursework 2 requirements.</a:t>
          </a:r>
        </a:p>
      </dsp:txBody>
      <dsp:txXfrm>
        <a:off x="0" y="0"/>
        <a:ext cx="5175384" cy="1384035"/>
      </dsp:txXfrm>
    </dsp:sp>
    <dsp:sp modelId="{1EA70D5A-B0DF-4FFB-9D33-9EE119843E6F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0D977-FD7E-4C8F-BB5F-0B51FD854D16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Complete workflow: login → submit → track.</a:t>
          </a:r>
        </a:p>
      </dsp:txBody>
      <dsp:txXfrm>
        <a:off x="0" y="1384035"/>
        <a:ext cx="5175384" cy="1384035"/>
      </dsp:txXfrm>
    </dsp:sp>
    <dsp:sp modelId="{FE098727-AA05-484A-B794-6BD097354840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CC430-6B23-4F71-B769-CB75701762EF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Secure and database-driven.</a:t>
          </a:r>
        </a:p>
      </dsp:txBody>
      <dsp:txXfrm>
        <a:off x="0" y="2768070"/>
        <a:ext cx="5175384" cy="1384035"/>
      </dsp:txXfrm>
    </dsp:sp>
    <dsp:sp modelId="{97BC5DE8-A5BC-4D4D-A668-68DB97A7D0F9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00E89-5486-4A7E-A0F0-3339B743E2E8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Ready for marking and demonstration.</a:t>
          </a:r>
        </a:p>
      </dsp:txBody>
      <dsp:txXfrm>
        <a:off x="0" y="4152105"/>
        <a:ext cx="5175384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4700"/>
              <a:t>Internship Application Submission – Backend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1800" dirty="0"/>
              <a:t>Module: CO4752 Web Application Development</a:t>
            </a:r>
          </a:p>
          <a:p>
            <a:pPr algn="l">
              <a:lnSpc>
                <a:spcPct val="90000"/>
              </a:lnSpc>
            </a:pPr>
            <a:r>
              <a:rPr lang="en-GB" sz="1800" dirty="0"/>
              <a:t>Student: Pranay A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4D67F723-6282-9EE6-E59E-D051F296F5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0" r="26125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Project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GB" sz="1900"/>
              <a:t>• Backend added to Coursework 1 front-end.</a:t>
            </a:r>
          </a:p>
          <a:p>
            <a:r>
              <a:rPr lang="en-GB" sz="1900"/>
              <a:t>• Implements: login authentication, application submission, resume upload, and student tracker.</a:t>
            </a:r>
          </a:p>
          <a:p>
            <a:r>
              <a:rPr lang="en-GB" sz="1900"/>
              <a:t>• Backend built using PHP + MySQL.</a:t>
            </a:r>
          </a:p>
          <a:p>
            <a:r>
              <a:rPr lang="en-GB" sz="1900"/>
              <a:t>• System now works fully end-to-end.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GB" sz="4700"/>
              <a:t>Implemented Features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7CA32FC-F54B-8E55-E9CF-1C21D835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5" r="52887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GB" sz="1900"/>
              <a:t>✔ User Authentication (login, sessions)</a:t>
            </a:r>
          </a:p>
          <a:p>
            <a:r>
              <a:rPr lang="en-GB" sz="1900"/>
              <a:t>✔ Application Submission (upload, store, validate)</a:t>
            </a:r>
          </a:p>
          <a:p>
            <a:r>
              <a:rPr lang="en-GB" sz="1900"/>
              <a:t>✔ Database integration with `applications`</a:t>
            </a:r>
          </a:p>
          <a:p>
            <a:r>
              <a:rPr lang="en-GB" sz="1900"/>
              <a:t>✔ Student Application Tracker page</a:t>
            </a:r>
          </a:p>
          <a:p>
            <a:r>
              <a:rPr lang="en-GB" sz="1900"/>
              <a:t>✔ Secure file upload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3600"/>
              <a:t>System Architecture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GB" sz="1900"/>
              <a:t>Frontend:</a:t>
            </a:r>
          </a:p>
          <a:p>
            <a:r>
              <a:rPr lang="en-GB" sz="1900"/>
              <a:t>• HTML, CSS, Bootstrap</a:t>
            </a:r>
          </a:p>
          <a:p>
            <a:endParaRPr lang="en-GB" sz="1900"/>
          </a:p>
          <a:p>
            <a:r>
              <a:rPr lang="en-GB" sz="1900"/>
              <a:t>Backend:</a:t>
            </a:r>
          </a:p>
          <a:p>
            <a:r>
              <a:rPr lang="en-GB" sz="1900"/>
              <a:t>• PHP for validation, file handling, DB insert</a:t>
            </a:r>
          </a:p>
          <a:p>
            <a:endParaRPr lang="en-GB" sz="1900"/>
          </a:p>
          <a:p>
            <a:r>
              <a:rPr lang="en-GB" sz="1900"/>
              <a:t>Database:</a:t>
            </a:r>
          </a:p>
          <a:p>
            <a:r>
              <a:rPr lang="en-GB" sz="1900"/>
              <a:t>• MySQL tables: users, applications</a:t>
            </a:r>
          </a:p>
          <a:p>
            <a:endParaRPr lang="en-GB" sz="1900"/>
          </a:p>
          <a:p>
            <a:r>
              <a:rPr lang="en-GB" sz="1900"/>
              <a:t>Access Control:</a:t>
            </a:r>
          </a:p>
          <a:p>
            <a:r>
              <a:rPr lang="en-GB" sz="1900"/>
              <a:t>• Middleware restricts application page to 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700"/>
              <a:t>Database Tables Used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AD7BB3-7B39-AC56-D18A-518A7EA7F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250082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000"/>
              <a:t>Backend Logic: Application Submission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54230D-109D-EB48-E8AB-1424FFE98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926912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2900"/>
              <a:t>Authentication &amp; Access Control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4F9991-DE3A-3B0F-187A-C1D770BCB4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39685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Application Tracker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1793A4-AB83-3679-F18A-B17C0A059C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2900"/>
              <a:t>Security Considerations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9906D7-A351-CCB9-3A91-7EB728B34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94473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300"/>
              <a:t>Testing &amp; Validation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87F6B9-DDE4-5C8D-9B8C-82F691CF9E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5076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GB" sz="40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C65B8A-3C07-A0B9-7B5D-9DE29778D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08302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9EA171-2876-F4D3-52CF-C4FA7FF25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Tools Evaluation</a:t>
            </a:r>
            <a:endParaRPr lang="en-GB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A07C0-32E3-6E9A-15E7-2150ABB4D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300" b="1" dirty="0"/>
              <a:t>XAMPP (PHP &amp; MySQL Environment)</a:t>
            </a:r>
            <a:endParaRPr lang="en-GB" sz="1300" dirty="0"/>
          </a:p>
          <a:p>
            <a:pPr>
              <a:lnSpc>
                <a:spcPct val="90000"/>
              </a:lnSpc>
            </a:pPr>
            <a:r>
              <a:rPr lang="en-GB" sz="1300" dirty="0"/>
              <a:t>Provided a stable local server stack for PHP execution and database interaction.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Enabled rapid testing of backend logic, file uploads, and session handling.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phpMyAdmin simplified database inspection and debugging.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b="1" dirty="0"/>
              <a:t>VS Code (Code Editor)</a:t>
            </a:r>
            <a:endParaRPr lang="en-GB" sz="1300" dirty="0"/>
          </a:p>
          <a:p>
            <a:pPr>
              <a:lnSpc>
                <a:spcPct val="90000"/>
              </a:lnSpc>
            </a:pPr>
            <a:r>
              <a:rPr lang="en-GB" sz="1300" dirty="0"/>
              <a:t>Used for writing PHP, HTML, and SQL with syntax highlighting and extensions.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Integrated terminal allowed quick execution and error checking.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Git integration (if used) supported version tracking.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b="1" dirty="0"/>
              <a:t>phpMyAdmin (Database Management Tool)</a:t>
            </a:r>
            <a:endParaRPr lang="en-GB" sz="1300" dirty="0"/>
          </a:p>
          <a:p>
            <a:pPr>
              <a:lnSpc>
                <a:spcPct val="90000"/>
              </a:lnSpc>
            </a:pPr>
            <a:r>
              <a:rPr lang="en-GB" sz="1300" dirty="0"/>
              <a:t>Allowed visual creation and management of tables (users, applications).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Helped identify issues such as foreign key constraints and data validation errors.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Useful for verifying successful insert operations after form submission.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300" b="1" dirty="0"/>
              <a:t>Browser Developer Tools</a:t>
            </a:r>
            <a:endParaRPr lang="en-GB" sz="1300" dirty="0"/>
          </a:p>
          <a:p>
            <a:pPr>
              <a:lnSpc>
                <a:spcPct val="90000"/>
              </a:lnSpc>
            </a:pPr>
            <a:r>
              <a:rPr lang="en-GB" sz="1300" dirty="0"/>
              <a:t>Used to inspect form requests, check POST data, and confirm redirects.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Assisted in verifying file upload behaviours and error responses.</a:t>
            </a:r>
          </a:p>
          <a:p>
            <a:pPr>
              <a:lnSpc>
                <a:spcPct val="90000"/>
              </a:lnSpc>
            </a:pPr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197342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4700"/>
              <a:t>Q&amp;A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GB" sz="1900"/>
              <a:t>Thank you for reviewing.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536</Words>
  <Application>Microsoft Office PowerPoint</Application>
  <PresentationFormat>On-screen Show (4:3)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Internship Application Submission – Backend Implementation</vt:lpstr>
      <vt:lpstr>Project Overview</vt:lpstr>
      <vt:lpstr>Implemented Features</vt:lpstr>
      <vt:lpstr>System Architecture</vt:lpstr>
      <vt:lpstr>Database Tables Used</vt:lpstr>
      <vt:lpstr>Backend Logic: Application Submission</vt:lpstr>
      <vt:lpstr>Authentication &amp; Access Control</vt:lpstr>
      <vt:lpstr>Student Application Tracker</vt:lpstr>
      <vt:lpstr>Security Considerations</vt:lpstr>
      <vt:lpstr>Testing &amp; Validation</vt:lpstr>
      <vt:lpstr>Conclusion</vt:lpstr>
      <vt:lpstr>Tools Evaluation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Phani Sekhar</cp:lastModifiedBy>
  <cp:revision>12</cp:revision>
  <dcterms:created xsi:type="dcterms:W3CDTF">2013-01-27T09:14:16Z</dcterms:created>
  <dcterms:modified xsi:type="dcterms:W3CDTF">2025-12-05T01:18:08Z</dcterms:modified>
  <cp:category/>
</cp:coreProperties>
</file>